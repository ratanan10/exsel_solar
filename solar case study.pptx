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4"/>
  </p:notesMasterIdLst>
  <p:sldIdLst>
    <p:sldId id="455" r:id="rId3"/>
    <p:sldId id="337" r:id="rId4"/>
    <p:sldId id="709" r:id="rId5"/>
    <p:sldId id="710" r:id="rId6"/>
    <p:sldId id="711" r:id="rId7"/>
    <p:sldId id="712" r:id="rId8"/>
    <p:sldId id="713" r:id="rId9"/>
    <p:sldId id="714" r:id="rId10"/>
    <p:sldId id="715" r:id="rId11"/>
    <p:sldId id="716" r:id="rId12"/>
    <p:sldId id="71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E4103D-DA3D-4617-BB36-1982A84FE51A}" type="datetimeFigureOut">
              <a:rPr lang="en-IN" smtClean="0"/>
              <a:t>28-01-2025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491CF3-04E6-409A-9061-617B4217552E}" type="slidenum">
              <a:rPr lang="en-IN" smtClean="0"/>
              <a:t>‹#›</a:t>
            </a:fld>
            <a:endParaRPr lang="en-IN"/>
          </a:p>
        </p:txBody>
      </p:sp>
    </p:spTree>
    <p:extLst>
      <p:ext uri="{BB962C8B-B14F-4D97-AF65-F5344CB8AC3E}">
        <p14:creationId xmlns:p14="http://schemas.microsoft.com/office/powerpoint/2010/main" val="226824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f59994aba6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gf59994aba6_2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86E8B4FD-827A-4C77-80A5-88017BF408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400" b="1">
                <a:solidFill>
                  <a:schemeClr val="tx2"/>
                </a:solidFill>
                <a:latin typeface="Arial" panose="020B0604020202020204" pitchFamily="34" charset="0"/>
              </a:defRPr>
            </a:lvl1pPr>
            <a:lvl2pPr marL="742950" indent="-285750">
              <a:defRPr sz="4400" b="1">
                <a:solidFill>
                  <a:schemeClr val="tx2"/>
                </a:solidFill>
                <a:latin typeface="Arial" panose="020B0604020202020204" pitchFamily="34" charset="0"/>
              </a:defRPr>
            </a:lvl2pPr>
            <a:lvl3pPr marL="1143000" indent="-228600">
              <a:defRPr sz="4400" b="1">
                <a:solidFill>
                  <a:schemeClr val="tx2"/>
                </a:solidFill>
                <a:latin typeface="Arial" panose="020B0604020202020204" pitchFamily="34" charset="0"/>
              </a:defRPr>
            </a:lvl3pPr>
            <a:lvl4pPr marL="1600200" indent="-228600">
              <a:defRPr sz="4400" b="1">
                <a:solidFill>
                  <a:schemeClr val="tx2"/>
                </a:solidFill>
                <a:latin typeface="Arial" panose="020B0604020202020204" pitchFamily="34" charset="0"/>
              </a:defRPr>
            </a:lvl4pPr>
            <a:lvl5pPr marL="2057400" indent="-228600">
              <a:defRPr sz="4400" b="1">
                <a:solidFill>
                  <a:schemeClr val="tx2"/>
                </a:solidFill>
                <a:latin typeface="Arial" panose="020B0604020202020204" pitchFamily="34" charset="0"/>
              </a:defRPr>
            </a:lvl5pPr>
            <a:lvl6pPr marL="2514600" indent="-228600" eaLnBrk="0" fontAlgn="base" hangingPunct="0">
              <a:spcBef>
                <a:spcPct val="0"/>
              </a:spcBef>
              <a:spcAft>
                <a:spcPct val="0"/>
              </a:spcAft>
              <a:defRPr sz="4400" b="1">
                <a:solidFill>
                  <a:schemeClr val="tx2"/>
                </a:solidFill>
                <a:latin typeface="Arial" panose="020B0604020202020204" pitchFamily="34" charset="0"/>
              </a:defRPr>
            </a:lvl6pPr>
            <a:lvl7pPr marL="2971800" indent="-228600" eaLnBrk="0" fontAlgn="base" hangingPunct="0">
              <a:spcBef>
                <a:spcPct val="0"/>
              </a:spcBef>
              <a:spcAft>
                <a:spcPct val="0"/>
              </a:spcAft>
              <a:defRPr sz="4400" b="1">
                <a:solidFill>
                  <a:schemeClr val="tx2"/>
                </a:solidFill>
                <a:latin typeface="Arial" panose="020B0604020202020204" pitchFamily="34" charset="0"/>
              </a:defRPr>
            </a:lvl7pPr>
            <a:lvl8pPr marL="3429000" indent="-228600" eaLnBrk="0" fontAlgn="base" hangingPunct="0">
              <a:spcBef>
                <a:spcPct val="0"/>
              </a:spcBef>
              <a:spcAft>
                <a:spcPct val="0"/>
              </a:spcAft>
              <a:defRPr sz="4400" b="1">
                <a:solidFill>
                  <a:schemeClr val="tx2"/>
                </a:solidFill>
                <a:latin typeface="Arial" panose="020B0604020202020204" pitchFamily="34" charset="0"/>
              </a:defRPr>
            </a:lvl8pPr>
            <a:lvl9pPr marL="3886200" indent="-228600" eaLnBrk="0" fontAlgn="base" hangingPunct="0">
              <a:spcBef>
                <a:spcPct val="0"/>
              </a:spcBef>
              <a:spcAft>
                <a:spcPct val="0"/>
              </a:spcAft>
              <a:defRPr sz="4400" b="1">
                <a:solidFill>
                  <a:schemeClr val="tx2"/>
                </a:solidFill>
                <a:latin typeface="Arial" panose="020B0604020202020204" pitchFamily="34" charset="0"/>
              </a:defRPr>
            </a:lvl9pPr>
          </a:lstStyle>
          <a:p>
            <a:fld id="{2268A170-91CD-49D2-A8D6-59FC4936220B}" type="slidenum">
              <a:rPr lang="en-US" altLang="en-US" sz="1200" b="0" smtClean="0">
                <a:solidFill>
                  <a:schemeClr val="tx1"/>
                </a:solidFill>
              </a:rPr>
              <a:pPr/>
              <a:t>2</a:t>
            </a:fld>
            <a:endParaRPr lang="en-US" altLang="en-US" sz="1200" b="0">
              <a:solidFill>
                <a:schemeClr val="tx1"/>
              </a:solidFill>
            </a:endParaRPr>
          </a:p>
        </p:txBody>
      </p:sp>
      <p:sp>
        <p:nvSpPr>
          <p:cNvPr id="6147" name="Rectangle 2">
            <a:extLst>
              <a:ext uri="{FF2B5EF4-FFF2-40B4-BE49-F238E27FC236}">
                <a16:creationId xmlns:a16="http://schemas.microsoft.com/office/drawing/2014/main" id="{CC5FA275-3A9D-4E89-9CEA-D6957CFD659C}"/>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773FE3A2-9F94-456F-A4BC-288FFB3D20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05D49-1617-EDC4-AAC4-73A2F9EC3053}"/>
            </a:ext>
          </a:extLst>
        </p:cNvPr>
        <p:cNvGrpSpPr/>
        <p:nvPr/>
      </p:nvGrpSpPr>
      <p:grpSpPr>
        <a:xfrm>
          <a:off x="0" y="0"/>
          <a:ext cx="0" cy="0"/>
          <a:chOff x="0" y="0"/>
          <a:chExt cx="0" cy="0"/>
        </a:xfrm>
      </p:grpSpPr>
      <p:sp>
        <p:nvSpPr>
          <p:cNvPr id="6146" name="Rectangle 7">
            <a:extLst>
              <a:ext uri="{FF2B5EF4-FFF2-40B4-BE49-F238E27FC236}">
                <a16:creationId xmlns:a16="http://schemas.microsoft.com/office/drawing/2014/main" id="{CC295BA5-F369-272B-89B0-962228A1D5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400" b="1">
                <a:solidFill>
                  <a:schemeClr val="tx2"/>
                </a:solidFill>
                <a:latin typeface="Arial" panose="020B0604020202020204" pitchFamily="34" charset="0"/>
              </a:defRPr>
            </a:lvl1pPr>
            <a:lvl2pPr marL="742950" indent="-285750">
              <a:defRPr sz="4400" b="1">
                <a:solidFill>
                  <a:schemeClr val="tx2"/>
                </a:solidFill>
                <a:latin typeface="Arial" panose="020B0604020202020204" pitchFamily="34" charset="0"/>
              </a:defRPr>
            </a:lvl2pPr>
            <a:lvl3pPr marL="1143000" indent="-228600">
              <a:defRPr sz="4400" b="1">
                <a:solidFill>
                  <a:schemeClr val="tx2"/>
                </a:solidFill>
                <a:latin typeface="Arial" panose="020B0604020202020204" pitchFamily="34" charset="0"/>
              </a:defRPr>
            </a:lvl3pPr>
            <a:lvl4pPr marL="1600200" indent="-228600">
              <a:defRPr sz="4400" b="1">
                <a:solidFill>
                  <a:schemeClr val="tx2"/>
                </a:solidFill>
                <a:latin typeface="Arial" panose="020B0604020202020204" pitchFamily="34" charset="0"/>
              </a:defRPr>
            </a:lvl4pPr>
            <a:lvl5pPr marL="2057400" indent="-228600">
              <a:defRPr sz="4400" b="1">
                <a:solidFill>
                  <a:schemeClr val="tx2"/>
                </a:solidFill>
                <a:latin typeface="Arial" panose="020B0604020202020204" pitchFamily="34" charset="0"/>
              </a:defRPr>
            </a:lvl5pPr>
            <a:lvl6pPr marL="2514600" indent="-228600" eaLnBrk="0" fontAlgn="base" hangingPunct="0">
              <a:spcBef>
                <a:spcPct val="0"/>
              </a:spcBef>
              <a:spcAft>
                <a:spcPct val="0"/>
              </a:spcAft>
              <a:defRPr sz="4400" b="1">
                <a:solidFill>
                  <a:schemeClr val="tx2"/>
                </a:solidFill>
                <a:latin typeface="Arial" panose="020B0604020202020204" pitchFamily="34" charset="0"/>
              </a:defRPr>
            </a:lvl6pPr>
            <a:lvl7pPr marL="2971800" indent="-228600" eaLnBrk="0" fontAlgn="base" hangingPunct="0">
              <a:spcBef>
                <a:spcPct val="0"/>
              </a:spcBef>
              <a:spcAft>
                <a:spcPct val="0"/>
              </a:spcAft>
              <a:defRPr sz="4400" b="1">
                <a:solidFill>
                  <a:schemeClr val="tx2"/>
                </a:solidFill>
                <a:latin typeface="Arial" panose="020B0604020202020204" pitchFamily="34" charset="0"/>
              </a:defRPr>
            </a:lvl7pPr>
            <a:lvl8pPr marL="3429000" indent="-228600" eaLnBrk="0" fontAlgn="base" hangingPunct="0">
              <a:spcBef>
                <a:spcPct val="0"/>
              </a:spcBef>
              <a:spcAft>
                <a:spcPct val="0"/>
              </a:spcAft>
              <a:defRPr sz="4400" b="1">
                <a:solidFill>
                  <a:schemeClr val="tx2"/>
                </a:solidFill>
                <a:latin typeface="Arial" panose="020B0604020202020204" pitchFamily="34" charset="0"/>
              </a:defRPr>
            </a:lvl8pPr>
            <a:lvl9pPr marL="3886200" indent="-228600" eaLnBrk="0" fontAlgn="base" hangingPunct="0">
              <a:spcBef>
                <a:spcPct val="0"/>
              </a:spcBef>
              <a:spcAft>
                <a:spcPct val="0"/>
              </a:spcAft>
              <a:defRPr sz="4400" b="1">
                <a:solidFill>
                  <a:schemeClr val="tx2"/>
                </a:solidFill>
                <a:latin typeface="Arial" panose="020B0604020202020204" pitchFamily="34" charset="0"/>
              </a:defRPr>
            </a:lvl9pPr>
          </a:lstStyle>
          <a:p>
            <a:fld id="{2268A170-91CD-49D2-A8D6-59FC4936220B}" type="slidenum">
              <a:rPr lang="en-US" altLang="en-US" sz="1200" b="0" smtClean="0">
                <a:solidFill>
                  <a:schemeClr val="tx1"/>
                </a:solidFill>
              </a:rPr>
              <a:pPr/>
              <a:t>3</a:t>
            </a:fld>
            <a:endParaRPr lang="en-US" altLang="en-US" sz="1200" b="0">
              <a:solidFill>
                <a:schemeClr val="tx1"/>
              </a:solidFill>
            </a:endParaRPr>
          </a:p>
        </p:txBody>
      </p:sp>
      <p:sp>
        <p:nvSpPr>
          <p:cNvPr id="6147" name="Rectangle 2">
            <a:extLst>
              <a:ext uri="{FF2B5EF4-FFF2-40B4-BE49-F238E27FC236}">
                <a16:creationId xmlns:a16="http://schemas.microsoft.com/office/drawing/2014/main" id="{CD2820F5-9EF9-538B-83A4-41F6058EDC5E}"/>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ED7AF72A-D593-DBBB-E93A-AC3EE0C58E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393364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5DB2A-1236-F937-76C6-1F6204D117AD}"/>
            </a:ext>
          </a:extLst>
        </p:cNvPr>
        <p:cNvGrpSpPr/>
        <p:nvPr/>
      </p:nvGrpSpPr>
      <p:grpSpPr>
        <a:xfrm>
          <a:off x="0" y="0"/>
          <a:ext cx="0" cy="0"/>
          <a:chOff x="0" y="0"/>
          <a:chExt cx="0" cy="0"/>
        </a:xfrm>
      </p:grpSpPr>
      <p:sp>
        <p:nvSpPr>
          <p:cNvPr id="6146" name="Rectangle 7">
            <a:extLst>
              <a:ext uri="{FF2B5EF4-FFF2-40B4-BE49-F238E27FC236}">
                <a16:creationId xmlns:a16="http://schemas.microsoft.com/office/drawing/2014/main" id="{B658C333-D6A1-E59E-B674-314B5A89E9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400" b="1">
                <a:solidFill>
                  <a:schemeClr val="tx2"/>
                </a:solidFill>
                <a:latin typeface="Arial" panose="020B0604020202020204" pitchFamily="34" charset="0"/>
              </a:defRPr>
            </a:lvl1pPr>
            <a:lvl2pPr marL="742950" indent="-285750">
              <a:defRPr sz="4400" b="1">
                <a:solidFill>
                  <a:schemeClr val="tx2"/>
                </a:solidFill>
                <a:latin typeface="Arial" panose="020B0604020202020204" pitchFamily="34" charset="0"/>
              </a:defRPr>
            </a:lvl2pPr>
            <a:lvl3pPr marL="1143000" indent="-228600">
              <a:defRPr sz="4400" b="1">
                <a:solidFill>
                  <a:schemeClr val="tx2"/>
                </a:solidFill>
                <a:latin typeface="Arial" panose="020B0604020202020204" pitchFamily="34" charset="0"/>
              </a:defRPr>
            </a:lvl3pPr>
            <a:lvl4pPr marL="1600200" indent="-228600">
              <a:defRPr sz="4400" b="1">
                <a:solidFill>
                  <a:schemeClr val="tx2"/>
                </a:solidFill>
                <a:latin typeface="Arial" panose="020B0604020202020204" pitchFamily="34" charset="0"/>
              </a:defRPr>
            </a:lvl4pPr>
            <a:lvl5pPr marL="2057400" indent="-228600">
              <a:defRPr sz="4400" b="1">
                <a:solidFill>
                  <a:schemeClr val="tx2"/>
                </a:solidFill>
                <a:latin typeface="Arial" panose="020B0604020202020204" pitchFamily="34" charset="0"/>
              </a:defRPr>
            </a:lvl5pPr>
            <a:lvl6pPr marL="2514600" indent="-228600" eaLnBrk="0" fontAlgn="base" hangingPunct="0">
              <a:spcBef>
                <a:spcPct val="0"/>
              </a:spcBef>
              <a:spcAft>
                <a:spcPct val="0"/>
              </a:spcAft>
              <a:defRPr sz="4400" b="1">
                <a:solidFill>
                  <a:schemeClr val="tx2"/>
                </a:solidFill>
                <a:latin typeface="Arial" panose="020B0604020202020204" pitchFamily="34" charset="0"/>
              </a:defRPr>
            </a:lvl6pPr>
            <a:lvl7pPr marL="2971800" indent="-228600" eaLnBrk="0" fontAlgn="base" hangingPunct="0">
              <a:spcBef>
                <a:spcPct val="0"/>
              </a:spcBef>
              <a:spcAft>
                <a:spcPct val="0"/>
              </a:spcAft>
              <a:defRPr sz="4400" b="1">
                <a:solidFill>
                  <a:schemeClr val="tx2"/>
                </a:solidFill>
                <a:latin typeface="Arial" panose="020B0604020202020204" pitchFamily="34" charset="0"/>
              </a:defRPr>
            </a:lvl7pPr>
            <a:lvl8pPr marL="3429000" indent="-228600" eaLnBrk="0" fontAlgn="base" hangingPunct="0">
              <a:spcBef>
                <a:spcPct val="0"/>
              </a:spcBef>
              <a:spcAft>
                <a:spcPct val="0"/>
              </a:spcAft>
              <a:defRPr sz="4400" b="1">
                <a:solidFill>
                  <a:schemeClr val="tx2"/>
                </a:solidFill>
                <a:latin typeface="Arial" panose="020B0604020202020204" pitchFamily="34" charset="0"/>
              </a:defRPr>
            </a:lvl8pPr>
            <a:lvl9pPr marL="3886200" indent="-228600" eaLnBrk="0" fontAlgn="base" hangingPunct="0">
              <a:spcBef>
                <a:spcPct val="0"/>
              </a:spcBef>
              <a:spcAft>
                <a:spcPct val="0"/>
              </a:spcAft>
              <a:defRPr sz="4400" b="1">
                <a:solidFill>
                  <a:schemeClr val="tx2"/>
                </a:solidFill>
                <a:latin typeface="Arial" panose="020B0604020202020204" pitchFamily="34" charset="0"/>
              </a:defRPr>
            </a:lvl9pPr>
          </a:lstStyle>
          <a:p>
            <a:fld id="{2268A170-91CD-49D2-A8D6-59FC4936220B}" type="slidenum">
              <a:rPr lang="en-US" altLang="en-US" sz="1200" b="0" smtClean="0">
                <a:solidFill>
                  <a:schemeClr val="tx1"/>
                </a:solidFill>
              </a:rPr>
              <a:pPr/>
              <a:t>4</a:t>
            </a:fld>
            <a:endParaRPr lang="en-US" altLang="en-US" sz="1200" b="0">
              <a:solidFill>
                <a:schemeClr val="tx1"/>
              </a:solidFill>
            </a:endParaRPr>
          </a:p>
        </p:txBody>
      </p:sp>
      <p:sp>
        <p:nvSpPr>
          <p:cNvPr id="6147" name="Rectangle 2">
            <a:extLst>
              <a:ext uri="{FF2B5EF4-FFF2-40B4-BE49-F238E27FC236}">
                <a16:creationId xmlns:a16="http://schemas.microsoft.com/office/drawing/2014/main" id="{2106003C-74CB-9C8F-0671-92BB066CD275}"/>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C9CE9EA3-4FFF-FEE6-94BA-78DA985A35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851969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60F00-4A46-0D15-4315-7CF82520D051}"/>
            </a:ext>
          </a:extLst>
        </p:cNvPr>
        <p:cNvGrpSpPr/>
        <p:nvPr/>
      </p:nvGrpSpPr>
      <p:grpSpPr>
        <a:xfrm>
          <a:off x="0" y="0"/>
          <a:ext cx="0" cy="0"/>
          <a:chOff x="0" y="0"/>
          <a:chExt cx="0" cy="0"/>
        </a:xfrm>
      </p:grpSpPr>
      <p:sp>
        <p:nvSpPr>
          <p:cNvPr id="6146" name="Rectangle 7">
            <a:extLst>
              <a:ext uri="{FF2B5EF4-FFF2-40B4-BE49-F238E27FC236}">
                <a16:creationId xmlns:a16="http://schemas.microsoft.com/office/drawing/2014/main" id="{0FC759BC-447C-1DF9-4ADA-267F572FD1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400" b="1">
                <a:solidFill>
                  <a:schemeClr val="tx2"/>
                </a:solidFill>
                <a:latin typeface="Arial" panose="020B0604020202020204" pitchFamily="34" charset="0"/>
              </a:defRPr>
            </a:lvl1pPr>
            <a:lvl2pPr marL="742950" indent="-285750">
              <a:defRPr sz="4400" b="1">
                <a:solidFill>
                  <a:schemeClr val="tx2"/>
                </a:solidFill>
                <a:latin typeface="Arial" panose="020B0604020202020204" pitchFamily="34" charset="0"/>
              </a:defRPr>
            </a:lvl2pPr>
            <a:lvl3pPr marL="1143000" indent="-228600">
              <a:defRPr sz="4400" b="1">
                <a:solidFill>
                  <a:schemeClr val="tx2"/>
                </a:solidFill>
                <a:latin typeface="Arial" panose="020B0604020202020204" pitchFamily="34" charset="0"/>
              </a:defRPr>
            </a:lvl3pPr>
            <a:lvl4pPr marL="1600200" indent="-228600">
              <a:defRPr sz="4400" b="1">
                <a:solidFill>
                  <a:schemeClr val="tx2"/>
                </a:solidFill>
                <a:latin typeface="Arial" panose="020B0604020202020204" pitchFamily="34" charset="0"/>
              </a:defRPr>
            </a:lvl4pPr>
            <a:lvl5pPr marL="2057400" indent="-228600">
              <a:defRPr sz="4400" b="1">
                <a:solidFill>
                  <a:schemeClr val="tx2"/>
                </a:solidFill>
                <a:latin typeface="Arial" panose="020B0604020202020204" pitchFamily="34" charset="0"/>
              </a:defRPr>
            </a:lvl5pPr>
            <a:lvl6pPr marL="2514600" indent="-228600" eaLnBrk="0" fontAlgn="base" hangingPunct="0">
              <a:spcBef>
                <a:spcPct val="0"/>
              </a:spcBef>
              <a:spcAft>
                <a:spcPct val="0"/>
              </a:spcAft>
              <a:defRPr sz="4400" b="1">
                <a:solidFill>
                  <a:schemeClr val="tx2"/>
                </a:solidFill>
                <a:latin typeface="Arial" panose="020B0604020202020204" pitchFamily="34" charset="0"/>
              </a:defRPr>
            </a:lvl6pPr>
            <a:lvl7pPr marL="2971800" indent="-228600" eaLnBrk="0" fontAlgn="base" hangingPunct="0">
              <a:spcBef>
                <a:spcPct val="0"/>
              </a:spcBef>
              <a:spcAft>
                <a:spcPct val="0"/>
              </a:spcAft>
              <a:defRPr sz="4400" b="1">
                <a:solidFill>
                  <a:schemeClr val="tx2"/>
                </a:solidFill>
                <a:latin typeface="Arial" panose="020B0604020202020204" pitchFamily="34" charset="0"/>
              </a:defRPr>
            </a:lvl7pPr>
            <a:lvl8pPr marL="3429000" indent="-228600" eaLnBrk="0" fontAlgn="base" hangingPunct="0">
              <a:spcBef>
                <a:spcPct val="0"/>
              </a:spcBef>
              <a:spcAft>
                <a:spcPct val="0"/>
              </a:spcAft>
              <a:defRPr sz="4400" b="1">
                <a:solidFill>
                  <a:schemeClr val="tx2"/>
                </a:solidFill>
                <a:latin typeface="Arial" panose="020B0604020202020204" pitchFamily="34" charset="0"/>
              </a:defRPr>
            </a:lvl8pPr>
            <a:lvl9pPr marL="3886200" indent="-228600" eaLnBrk="0" fontAlgn="base" hangingPunct="0">
              <a:spcBef>
                <a:spcPct val="0"/>
              </a:spcBef>
              <a:spcAft>
                <a:spcPct val="0"/>
              </a:spcAft>
              <a:defRPr sz="4400" b="1">
                <a:solidFill>
                  <a:schemeClr val="tx2"/>
                </a:solidFill>
                <a:latin typeface="Arial" panose="020B0604020202020204" pitchFamily="34" charset="0"/>
              </a:defRPr>
            </a:lvl9pPr>
          </a:lstStyle>
          <a:p>
            <a:fld id="{2268A170-91CD-49D2-A8D6-59FC4936220B}" type="slidenum">
              <a:rPr lang="en-US" altLang="en-US" sz="1200" b="0" smtClean="0">
                <a:solidFill>
                  <a:schemeClr val="tx1"/>
                </a:solidFill>
              </a:rPr>
              <a:pPr/>
              <a:t>5</a:t>
            </a:fld>
            <a:endParaRPr lang="en-US" altLang="en-US" sz="1200" b="0">
              <a:solidFill>
                <a:schemeClr val="tx1"/>
              </a:solidFill>
            </a:endParaRPr>
          </a:p>
        </p:txBody>
      </p:sp>
      <p:sp>
        <p:nvSpPr>
          <p:cNvPr id="6147" name="Rectangle 2">
            <a:extLst>
              <a:ext uri="{FF2B5EF4-FFF2-40B4-BE49-F238E27FC236}">
                <a16:creationId xmlns:a16="http://schemas.microsoft.com/office/drawing/2014/main" id="{1DA8C137-2DDD-6266-A7C2-7C14B77F7860}"/>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43D206CB-FF30-5549-612E-86D1B2FAC5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132963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9E4F6-23A1-A254-2D7D-24951FABABC0}"/>
            </a:ext>
          </a:extLst>
        </p:cNvPr>
        <p:cNvGrpSpPr/>
        <p:nvPr/>
      </p:nvGrpSpPr>
      <p:grpSpPr>
        <a:xfrm>
          <a:off x="0" y="0"/>
          <a:ext cx="0" cy="0"/>
          <a:chOff x="0" y="0"/>
          <a:chExt cx="0" cy="0"/>
        </a:xfrm>
      </p:grpSpPr>
      <p:sp>
        <p:nvSpPr>
          <p:cNvPr id="6146" name="Rectangle 7">
            <a:extLst>
              <a:ext uri="{FF2B5EF4-FFF2-40B4-BE49-F238E27FC236}">
                <a16:creationId xmlns:a16="http://schemas.microsoft.com/office/drawing/2014/main" id="{09636EE0-C1E3-2A25-332F-8D2EB1F809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400" b="1">
                <a:solidFill>
                  <a:schemeClr val="tx2"/>
                </a:solidFill>
                <a:latin typeface="Arial" panose="020B0604020202020204" pitchFamily="34" charset="0"/>
              </a:defRPr>
            </a:lvl1pPr>
            <a:lvl2pPr marL="742950" indent="-285750">
              <a:defRPr sz="4400" b="1">
                <a:solidFill>
                  <a:schemeClr val="tx2"/>
                </a:solidFill>
                <a:latin typeface="Arial" panose="020B0604020202020204" pitchFamily="34" charset="0"/>
              </a:defRPr>
            </a:lvl2pPr>
            <a:lvl3pPr marL="1143000" indent="-228600">
              <a:defRPr sz="4400" b="1">
                <a:solidFill>
                  <a:schemeClr val="tx2"/>
                </a:solidFill>
                <a:latin typeface="Arial" panose="020B0604020202020204" pitchFamily="34" charset="0"/>
              </a:defRPr>
            </a:lvl3pPr>
            <a:lvl4pPr marL="1600200" indent="-228600">
              <a:defRPr sz="4400" b="1">
                <a:solidFill>
                  <a:schemeClr val="tx2"/>
                </a:solidFill>
                <a:latin typeface="Arial" panose="020B0604020202020204" pitchFamily="34" charset="0"/>
              </a:defRPr>
            </a:lvl4pPr>
            <a:lvl5pPr marL="2057400" indent="-228600">
              <a:defRPr sz="4400" b="1">
                <a:solidFill>
                  <a:schemeClr val="tx2"/>
                </a:solidFill>
                <a:latin typeface="Arial" panose="020B0604020202020204" pitchFamily="34" charset="0"/>
              </a:defRPr>
            </a:lvl5pPr>
            <a:lvl6pPr marL="2514600" indent="-228600" eaLnBrk="0" fontAlgn="base" hangingPunct="0">
              <a:spcBef>
                <a:spcPct val="0"/>
              </a:spcBef>
              <a:spcAft>
                <a:spcPct val="0"/>
              </a:spcAft>
              <a:defRPr sz="4400" b="1">
                <a:solidFill>
                  <a:schemeClr val="tx2"/>
                </a:solidFill>
                <a:latin typeface="Arial" panose="020B0604020202020204" pitchFamily="34" charset="0"/>
              </a:defRPr>
            </a:lvl6pPr>
            <a:lvl7pPr marL="2971800" indent="-228600" eaLnBrk="0" fontAlgn="base" hangingPunct="0">
              <a:spcBef>
                <a:spcPct val="0"/>
              </a:spcBef>
              <a:spcAft>
                <a:spcPct val="0"/>
              </a:spcAft>
              <a:defRPr sz="4400" b="1">
                <a:solidFill>
                  <a:schemeClr val="tx2"/>
                </a:solidFill>
                <a:latin typeface="Arial" panose="020B0604020202020204" pitchFamily="34" charset="0"/>
              </a:defRPr>
            </a:lvl7pPr>
            <a:lvl8pPr marL="3429000" indent="-228600" eaLnBrk="0" fontAlgn="base" hangingPunct="0">
              <a:spcBef>
                <a:spcPct val="0"/>
              </a:spcBef>
              <a:spcAft>
                <a:spcPct val="0"/>
              </a:spcAft>
              <a:defRPr sz="4400" b="1">
                <a:solidFill>
                  <a:schemeClr val="tx2"/>
                </a:solidFill>
                <a:latin typeface="Arial" panose="020B0604020202020204" pitchFamily="34" charset="0"/>
              </a:defRPr>
            </a:lvl8pPr>
            <a:lvl9pPr marL="3886200" indent="-228600" eaLnBrk="0" fontAlgn="base" hangingPunct="0">
              <a:spcBef>
                <a:spcPct val="0"/>
              </a:spcBef>
              <a:spcAft>
                <a:spcPct val="0"/>
              </a:spcAft>
              <a:defRPr sz="4400" b="1">
                <a:solidFill>
                  <a:schemeClr val="tx2"/>
                </a:solidFill>
                <a:latin typeface="Arial" panose="020B0604020202020204" pitchFamily="34" charset="0"/>
              </a:defRPr>
            </a:lvl9pPr>
          </a:lstStyle>
          <a:p>
            <a:fld id="{2268A170-91CD-49D2-A8D6-59FC4936220B}" type="slidenum">
              <a:rPr lang="en-US" altLang="en-US" sz="1200" b="0" smtClean="0">
                <a:solidFill>
                  <a:schemeClr val="tx1"/>
                </a:solidFill>
              </a:rPr>
              <a:pPr/>
              <a:t>6</a:t>
            </a:fld>
            <a:endParaRPr lang="en-US" altLang="en-US" sz="1200" b="0">
              <a:solidFill>
                <a:schemeClr val="tx1"/>
              </a:solidFill>
            </a:endParaRPr>
          </a:p>
        </p:txBody>
      </p:sp>
      <p:sp>
        <p:nvSpPr>
          <p:cNvPr id="6147" name="Rectangle 2">
            <a:extLst>
              <a:ext uri="{FF2B5EF4-FFF2-40B4-BE49-F238E27FC236}">
                <a16:creationId xmlns:a16="http://schemas.microsoft.com/office/drawing/2014/main" id="{65C18BF9-9CC5-0B3F-9263-DDA87D99FFEF}"/>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5FE3EFB-A012-00E0-ADD8-78C1BDBC7A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759769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0920A-E0EF-F0DD-A509-DDB2FC768D18}"/>
            </a:ext>
          </a:extLst>
        </p:cNvPr>
        <p:cNvGrpSpPr/>
        <p:nvPr/>
      </p:nvGrpSpPr>
      <p:grpSpPr>
        <a:xfrm>
          <a:off x="0" y="0"/>
          <a:ext cx="0" cy="0"/>
          <a:chOff x="0" y="0"/>
          <a:chExt cx="0" cy="0"/>
        </a:xfrm>
      </p:grpSpPr>
      <p:sp>
        <p:nvSpPr>
          <p:cNvPr id="6146" name="Rectangle 7">
            <a:extLst>
              <a:ext uri="{FF2B5EF4-FFF2-40B4-BE49-F238E27FC236}">
                <a16:creationId xmlns:a16="http://schemas.microsoft.com/office/drawing/2014/main" id="{A93F33BE-7D17-D4B7-11DC-B761C8B24A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400" b="1">
                <a:solidFill>
                  <a:schemeClr val="tx2"/>
                </a:solidFill>
                <a:latin typeface="Arial" panose="020B0604020202020204" pitchFamily="34" charset="0"/>
              </a:defRPr>
            </a:lvl1pPr>
            <a:lvl2pPr marL="742950" indent="-285750">
              <a:defRPr sz="4400" b="1">
                <a:solidFill>
                  <a:schemeClr val="tx2"/>
                </a:solidFill>
                <a:latin typeface="Arial" panose="020B0604020202020204" pitchFamily="34" charset="0"/>
              </a:defRPr>
            </a:lvl2pPr>
            <a:lvl3pPr marL="1143000" indent="-228600">
              <a:defRPr sz="4400" b="1">
                <a:solidFill>
                  <a:schemeClr val="tx2"/>
                </a:solidFill>
                <a:latin typeface="Arial" panose="020B0604020202020204" pitchFamily="34" charset="0"/>
              </a:defRPr>
            </a:lvl3pPr>
            <a:lvl4pPr marL="1600200" indent="-228600">
              <a:defRPr sz="4400" b="1">
                <a:solidFill>
                  <a:schemeClr val="tx2"/>
                </a:solidFill>
                <a:latin typeface="Arial" panose="020B0604020202020204" pitchFamily="34" charset="0"/>
              </a:defRPr>
            </a:lvl4pPr>
            <a:lvl5pPr marL="2057400" indent="-228600">
              <a:defRPr sz="4400" b="1">
                <a:solidFill>
                  <a:schemeClr val="tx2"/>
                </a:solidFill>
                <a:latin typeface="Arial" panose="020B0604020202020204" pitchFamily="34" charset="0"/>
              </a:defRPr>
            </a:lvl5pPr>
            <a:lvl6pPr marL="2514600" indent="-228600" eaLnBrk="0" fontAlgn="base" hangingPunct="0">
              <a:spcBef>
                <a:spcPct val="0"/>
              </a:spcBef>
              <a:spcAft>
                <a:spcPct val="0"/>
              </a:spcAft>
              <a:defRPr sz="4400" b="1">
                <a:solidFill>
                  <a:schemeClr val="tx2"/>
                </a:solidFill>
                <a:latin typeface="Arial" panose="020B0604020202020204" pitchFamily="34" charset="0"/>
              </a:defRPr>
            </a:lvl6pPr>
            <a:lvl7pPr marL="2971800" indent="-228600" eaLnBrk="0" fontAlgn="base" hangingPunct="0">
              <a:spcBef>
                <a:spcPct val="0"/>
              </a:spcBef>
              <a:spcAft>
                <a:spcPct val="0"/>
              </a:spcAft>
              <a:defRPr sz="4400" b="1">
                <a:solidFill>
                  <a:schemeClr val="tx2"/>
                </a:solidFill>
                <a:latin typeface="Arial" panose="020B0604020202020204" pitchFamily="34" charset="0"/>
              </a:defRPr>
            </a:lvl7pPr>
            <a:lvl8pPr marL="3429000" indent="-228600" eaLnBrk="0" fontAlgn="base" hangingPunct="0">
              <a:spcBef>
                <a:spcPct val="0"/>
              </a:spcBef>
              <a:spcAft>
                <a:spcPct val="0"/>
              </a:spcAft>
              <a:defRPr sz="4400" b="1">
                <a:solidFill>
                  <a:schemeClr val="tx2"/>
                </a:solidFill>
                <a:latin typeface="Arial" panose="020B0604020202020204" pitchFamily="34" charset="0"/>
              </a:defRPr>
            </a:lvl8pPr>
            <a:lvl9pPr marL="3886200" indent="-228600" eaLnBrk="0" fontAlgn="base" hangingPunct="0">
              <a:spcBef>
                <a:spcPct val="0"/>
              </a:spcBef>
              <a:spcAft>
                <a:spcPct val="0"/>
              </a:spcAft>
              <a:defRPr sz="4400" b="1">
                <a:solidFill>
                  <a:schemeClr val="tx2"/>
                </a:solidFill>
                <a:latin typeface="Arial" panose="020B0604020202020204" pitchFamily="34" charset="0"/>
              </a:defRPr>
            </a:lvl9pPr>
          </a:lstStyle>
          <a:p>
            <a:fld id="{2268A170-91CD-49D2-A8D6-59FC4936220B}" type="slidenum">
              <a:rPr lang="en-US" altLang="en-US" sz="1200" b="0" smtClean="0">
                <a:solidFill>
                  <a:schemeClr val="tx1"/>
                </a:solidFill>
              </a:rPr>
              <a:pPr/>
              <a:t>7</a:t>
            </a:fld>
            <a:endParaRPr lang="en-US" altLang="en-US" sz="1200" b="0">
              <a:solidFill>
                <a:schemeClr val="tx1"/>
              </a:solidFill>
            </a:endParaRPr>
          </a:p>
        </p:txBody>
      </p:sp>
      <p:sp>
        <p:nvSpPr>
          <p:cNvPr id="6147" name="Rectangle 2">
            <a:extLst>
              <a:ext uri="{FF2B5EF4-FFF2-40B4-BE49-F238E27FC236}">
                <a16:creationId xmlns:a16="http://schemas.microsoft.com/office/drawing/2014/main" id="{F9102980-3317-26C0-FCA1-F2FEED30D207}"/>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65B3F65B-48A8-C768-F647-26076AFAB8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124531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62D55-9536-5FD2-F791-541CDE4A2EDF}"/>
            </a:ext>
          </a:extLst>
        </p:cNvPr>
        <p:cNvGrpSpPr/>
        <p:nvPr/>
      </p:nvGrpSpPr>
      <p:grpSpPr>
        <a:xfrm>
          <a:off x="0" y="0"/>
          <a:ext cx="0" cy="0"/>
          <a:chOff x="0" y="0"/>
          <a:chExt cx="0" cy="0"/>
        </a:xfrm>
      </p:grpSpPr>
      <p:sp>
        <p:nvSpPr>
          <p:cNvPr id="6146" name="Rectangle 7">
            <a:extLst>
              <a:ext uri="{FF2B5EF4-FFF2-40B4-BE49-F238E27FC236}">
                <a16:creationId xmlns:a16="http://schemas.microsoft.com/office/drawing/2014/main" id="{31A57881-FE47-2FF4-4683-DC9E8A789F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400" b="1">
                <a:solidFill>
                  <a:schemeClr val="tx2"/>
                </a:solidFill>
                <a:latin typeface="Arial" panose="020B0604020202020204" pitchFamily="34" charset="0"/>
              </a:defRPr>
            </a:lvl1pPr>
            <a:lvl2pPr marL="742950" indent="-285750">
              <a:defRPr sz="4400" b="1">
                <a:solidFill>
                  <a:schemeClr val="tx2"/>
                </a:solidFill>
                <a:latin typeface="Arial" panose="020B0604020202020204" pitchFamily="34" charset="0"/>
              </a:defRPr>
            </a:lvl2pPr>
            <a:lvl3pPr marL="1143000" indent="-228600">
              <a:defRPr sz="4400" b="1">
                <a:solidFill>
                  <a:schemeClr val="tx2"/>
                </a:solidFill>
                <a:latin typeface="Arial" panose="020B0604020202020204" pitchFamily="34" charset="0"/>
              </a:defRPr>
            </a:lvl3pPr>
            <a:lvl4pPr marL="1600200" indent="-228600">
              <a:defRPr sz="4400" b="1">
                <a:solidFill>
                  <a:schemeClr val="tx2"/>
                </a:solidFill>
                <a:latin typeface="Arial" panose="020B0604020202020204" pitchFamily="34" charset="0"/>
              </a:defRPr>
            </a:lvl4pPr>
            <a:lvl5pPr marL="2057400" indent="-228600">
              <a:defRPr sz="4400" b="1">
                <a:solidFill>
                  <a:schemeClr val="tx2"/>
                </a:solidFill>
                <a:latin typeface="Arial" panose="020B0604020202020204" pitchFamily="34" charset="0"/>
              </a:defRPr>
            </a:lvl5pPr>
            <a:lvl6pPr marL="2514600" indent="-228600" eaLnBrk="0" fontAlgn="base" hangingPunct="0">
              <a:spcBef>
                <a:spcPct val="0"/>
              </a:spcBef>
              <a:spcAft>
                <a:spcPct val="0"/>
              </a:spcAft>
              <a:defRPr sz="4400" b="1">
                <a:solidFill>
                  <a:schemeClr val="tx2"/>
                </a:solidFill>
                <a:latin typeface="Arial" panose="020B0604020202020204" pitchFamily="34" charset="0"/>
              </a:defRPr>
            </a:lvl6pPr>
            <a:lvl7pPr marL="2971800" indent="-228600" eaLnBrk="0" fontAlgn="base" hangingPunct="0">
              <a:spcBef>
                <a:spcPct val="0"/>
              </a:spcBef>
              <a:spcAft>
                <a:spcPct val="0"/>
              </a:spcAft>
              <a:defRPr sz="4400" b="1">
                <a:solidFill>
                  <a:schemeClr val="tx2"/>
                </a:solidFill>
                <a:latin typeface="Arial" panose="020B0604020202020204" pitchFamily="34" charset="0"/>
              </a:defRPr>
            </a:lvl7pPr>
            <a:lvl8pPr marL="3429000" indent="-228600" eaLnBrk="0" fontAlgn="base" hangingPunct="0">
              <a:spcBef>
                <a:spcPct val="0"/>
              </a:spcBef>
              <a:spcAft>
                <a:spcPct val="0"/>
              </a:spcAft>
              <a:defRPr sz="4400" b="1">
                <a:solidFill>
                  <a:schemeClr val="tx2"/>
                </a:solidFill>
                <a:latin typeface="Arial" panose="020B0604020202020204" pitchFamily="34" charset="0"/>
              </a:defRPr>
            </a:lvl8pPr>
            <a:lvl9pPr marL="3886200" indent="-228600" eaLnBrk="0" fontAlgn="base" hangingPunct="0">
              <a:spcBef>
                <a:spcPct val="0"/>
              </a:spcBef>
              <a:spcAft>
                <a:spcPct val="0"/>
              </a:spcAft>
              <a:defRPr sz="4400" b="1">
                <a:solidFill>
                  <a:schemeClr val="tx2"/>
                </a:solidFill>
                <a:latin typeface="Arial" panose="020B0604020202020204" pitchFamily="34" charset="0"/>
              </a:defRPr>
            </a:lvl9pPr>
          </a:lstStyle>
          <a:p>
            <a:fld id="{2268A170-91CD-49D2-A8D6-59FC4936220B}" type="slidenum">
              <a:rPr lang="en-US" altLang="en-US" sz="1200" b="0" smtClean="0">
                <a:solidFill>
                  <a:schemeClr val="tx1"/>
                </a:solidFill>
              </a:rPr>
              <a:pPr/>
              <a:t>8</a:t>
            </a:fld>
            <a:endParaRPr lang="en-US" altLang="en-US" sz="1200" b="0">
              <a:solidFill>
                <a:schemeClr val="tx1"/>
              </a:solidFill>
            </a:endParaRPr>
          </a:p>
        </p:txBody>
      </p:sp>
      <p:sp>
        <p:nvSpPr>
          <p:cNvPr id="6147" name="Rectangle 2">
            <a:extLst>
              <a:ext uri="{FF2B5EF4-FFF2-40B4-BE49-F238E27FC236}">
                <a16:creationId xmlns:a16="http://schemas.microsoft.com/office/drawing/2014/main" id="{CEC20521-30C0-618B-3830-7EE70EC4A6CF}"/>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92531ED0-52B4-39DD-9C2D-243893A376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7422248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BF93E-637E-35BD-6B58-5E1C91D82E5B}"/>
            </a:ext>
          </a:extLst>
        </p:cNvPr>
        <p:cNvGrpSpPr/>
        <p:nvPr/>
      </p:nvGrpSpPr>
      <p:grpSpPr>
        <a:xfrm>
          <a:off x="0" y="0"/>
          <a:ext cx="0" cy="0"/>
          <a:chOff x="0" y="0"/>
          <a:chExt cx="0" cy="0"/>
        </a:xfrm>
      </p:grpSpPr>
      <p:sp>
        <p:nvSpPr>
          <p:cNvPr id="6146" name="Rectangle 7">
            <a:extLst>
              <a:ext uri="{FF2B5EF4-FFF2-40B4-BE49-F238E27FC236}">
                <a16:creationId xmlns:a16="http://schemas.microsoft.com/office/drawing/2014/main" id="{1476EBE6-CADF-EF2D-3BCA-3840E48E6F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400" b="1">
                <a:solidFill>
                  <a:schemeClr val="tx2"/>
                </a:solidFill>
                <a:latin typeface="Arial" panose="020B0604020202020204" pitchFamily="34" charset="0"/>
              </a:defRPr>
            </a:lvl1pPr>
            <a:lvl2pPr marL="742950" indent="-285750">
              <a:defRPr sz="4400" b="1">
                <a:solidFill>
                  <a:schemeClr val="tx2"/>
                </a:solidFill>
                <a:latin typeface="Arial" panose="020B0604020202020204" pitchFamily="34" charset="0"/>
              </a:defRPr>
            </a:lvl2pPr>
            <a:lvl3pPr marL="1143000" indent="-228600">
              <a:defRPr sz="4400" b="1">
                <a:solidFill>
                  <a:schemeClr val="tx2"/>
                </a:solidFill>
                <a:latin typeface="Arial" panose="020B0604020202020204" pitchFamily="34" charset="0"/>
              </a:defRPr>
            </a:lvl3pPr>
            <a:lvl4pPr marL="1600200" indent="-228600">
              <a:defRPr sz="4400" b="1">
                <a:solidFill>
                  <a:schemeClr val="tx2"/>
                </a:solidFill>
                <a:latin typeface="Arial" panose="020B0604020202020204" pitchFamily="34" charset="0"/>
              </a:defRPr>
            </a:lvl4pPr>
            <a:lvl5pPr marL="2057400" indent="-228600">
              <a:defRPr sz="4400" b="1">
                <a:solidFill>
                  <a:schemeClr val="tx2"/>
                </a:solidFill>
                <a:latin typeface="Arial" panose="020B0604020202020204" pitchFamily="34" charset="0"/>
              </a:defRPr>
            </a:lvl5pPr>
            <a:lvl6pPr marL="2514600" indent="-228600" eaLnBrk="0" fontAlgn="base" hangingPunct="0">
              <a:spcBef>
                <a:spcPct val="0"/>
              </a:spcBef>
              <a:spcAft>
                <a:spcPct val="0"/>
              </a:spcAft>
              <a:defRPr sz="4400" b="1">
                <a:solidFill>
                  <a:schemeClr val="tx2"/>
                </a:solidFill>
                <a:latin typeface="Arial" panose="020B0604020202020204" pitchFamily="34" charset="0"/>
              </a:defRPr>
            </a:lvl6pPr>
            <a:lvl7pPr marL="2971800" indent="-228600" eaLnBrk="0" fontAlgn="base" hangingPunct="0">
              <a:spcBef>
                <a:spcPct val="0"/>
              </a:spcBef>
              <a:spcAft>
                <a:spcPct val="0"/>
              </a:spcAft>
              <a:defRPr sz="4400" b="1">
                <a:solidFill>
                  <a:schemeClr val="tx2"/>
                </a:solidFill>
                <a:latin typeface="Arial" panose="020B0604020202020204" pitchFamily="34" charset="0"/>
              </a:defRPr>
            </a:lvl7pPr>
            <a:lvl8pPr marL="3429000" indent="-228600" eaLnBrk="0" fontAlgn="base" hangingPunct="0">
              <a:spcBef>
                <a:spcPct val="0"/>
              </a:spcBef>
              <a:spcAft>
                <a:spcPct val="0"/>
              </a:spcAft>
              <a:defRPr sz="4400" b="1">
                <a:solidFill>
                  <a:schemeClr val="tx2"/>
                </a:solidFill>
                <a:latin typeface="Arial" panose="020B0604020202020204" pitchFamily="34" charset="0"/>
              </a:defRPr>
            </a:lvl8pPr>
            <a:lvl9pPr marL="3886200" indent="-228600" eaLnBrk="0" fontAlgn="base" hangingPunct="0">
              <a:spcBef>
                <a:spcPct val="0"/>
              </a:spcBef>
              <a:spcAft>
                <a:spcPct val="0"/>
              </a:spcAft>
              <a:defRPr sz="4400" b="1">
                <a:solidFill>
                  <a:schemeClr val="tx2"/>
                </a:solidFill>
                <a:latin typeface="Arial" panose="020B0604020202020204" pitchFamily="34" charset="0"/>
              </a:defRPr>
            </a:lvl9pPr>
          </a:lstStyle>
          <a:p>
            <a:fld id="{2268A170-91CD-49D2-A8D6-59FC4936220B}" type="slidenum">
              <a:rPr lang="en-US" altLang="en-US" sz="1200" b="0" smtClean="0">
                <a:solidFill>
                  <a:schemeClr val="tx1"/>
                </a:solidFill>
              </a:rPr>
              <a:pPr/>
              <a:t>9</a:t>
            </a:fld>
            <a:endParaRPr lang="en-US" altLang="en-US" sz="1200" b="0">
              <a:solidFill>
                <a:schemeClr val="tx1"/>
              </a:solidFill>
            </a:endParaRPr>
          </a:p>
        </p:txBody>
      </p:sp>
      <p:sp>
        <p:nvSpPr>
          <p:cNvPr id="6147" name="Rectangle 2">
            <a:extLst>
              <a:ext uri="{FF2B5EF4-FFF2-40B4-BE49-F238E27FC236}">
                <a16:creationId xmlns:a16="http://schemas.microsoft.com/office/drawing/2014/main" id="{A09D8E2C-7F58-FD5C-94DA-EF7ADF7B5D8C}"/>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6CF46D39-336E-8789-A6FE-5DEF57EC56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20790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7DECF-9A57-A7E1-1FBB-19789AC24B65}"/>
            </a:ext>
          </a:extLst>
        </p:cNvPr>
        <p:cNvGrpSpPr/>
        <p:nvPr/>
      </p:nvGrpSpPr>
      <p:grpSpPr>
        <a:xfrm>
          <a:off x="0" y="0"/>
          <a:ext cx="0" cy="0"/>
          <a:chOff x="0" y="0"/>
          <a:chExt cx="0" cy="0"/>
        </a:xfrm>
      </p:grpSpPr>
      <p:sp>
        <p:nvSpPr>
          <p:cNvPr id="6146" name="Rectangle 7">
            <a:extLst>
              <a:ext uri="{FF2B5EF4-FFF2-40B4-BE49-F238E27FC236}">
                <a16:creationId xmlns:a16="http://schemas.microsoft.com/office/drawing/2014/main" id="{0B1DED7B-5C47-A31C-C265-F33F956A20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400" b="1">
                <a:solidFill>
                  <a:schemeClr val="tx2"/>
                </a:solidFill>
                <a:latin typeface="Arial" panose="020B0604020202020204" pitchFamily="34" charset="0"/>
              </a:defRPr>
            </a:lvl1pPr>
            <a:lvl2pPr marL="742950" indent="-285750">
              <a:defRPr sz="4400" b="1">
                <a:solidFill>
                  <a:schemeClr val="tx2"/>
                </a:solidFill>
                <a:latin typeface="Arial" panose="020B0604020202020204" pitchFamily="34" charset="0"/>
              </a:defRPr>
            </a:lvl2pPr>
            <a:lvl3pPr marL="1143000" indent="-228600">
              <a:defRPr sz="4400" b="1">
                <a:solidFill>
                  <a:schemeClr val="tx2"/>
                </a:solidFill>
                <a:latin typeface="Arial" panose="020B0604020202020204" pitchFamily="34" charset="0"/>
              </a:defRPr>
            </a:lvl3pPr>
            <a:lvl4pPr marL="1600200" indent="-228600">
              <a:defRPr sz="4400" b="1">
                <a:solidFill>
                  <a:schemeClr val="tx2"/>
                </a:solidFill>
                <a:latin typeface="Arial" panose="020B0604020202020204" pitchFamily="34" charset="0"/>
              </a:defRPr>
            </a:lvl4pPr>
            <a:lvl5pPr marL="2057400" indent="-228600">
              <a:defRPr sz="4400" b="1">
                <a:solidFill>
                  <a:schemeClr val="tx2"/>
                </a:solidFill>
                <a:latin typeface="Arial" panose="020B0604020202020204" pitchFamily="34" charset="0"/>
              </a:defRPr>
            </a:lvl5pPr>
            <a:lvl6pPr marL="2514600" indent="-228600" eaLnBrk="0" fontAlgn="base" hangingPunct="0">
              <a:spcBef>
                <a:spcPct val="0"/>
              </a:spcBef>
              <a:spcAft>
                <a:spcPct val="0"/>
              </a:spcAft>
              <a:defRPr sz="4400" b="1">
                <a:solidFill>
                  <a:schemeClr val="tx2"/>
                </a:solidFill>
                <a:latin typeface="Arial" panose="020B0604020202020204" pitchFamily="34" charset="0"/>
              </a:defRPr>
            </a:lvl6pPr>
            <a:lvl7pPr marL="2971800" indent="-228600" eaLnBrk="0" fontAlgn="base" hangingPunct="0">
              <a:spcBef>
                <a:spcPct val="0"/>
              </a:spcBef>
              <a:spcAft>
                <a:spcPct val="0"/>
              </a:spcAft>
              <a:defRPr sz="4400" b="1">
                <a:solidFill>
                  <a:schemeClr val="tx2"/>
                </a:solidFill>
                <a:latin typeface="Arial" panose="020B0604020202020204" pitchFamily="34" charset="0"/>
              </a:defRPr>
            </a:lvl7pPr>
            <a:lvl8pPr marL="3429000" indent="-228600" eaLnBrk="0" fontAlgn="base" hangingPunct="0">
              <a:spcBef>
                <a:spcPct val="0"/>
              </a:spcBef>
              <a:spcAft>
                <a:spcPct val="0"/>
              </a:spcAft>
              <a:defRPr sz="4400" b="1">
                <a:solidFill>
                  <a:schemeClr val="tx2"/>
                </a:solidFill>
                <a:latin typeface="Arial" panose="020B0604020202020204" pitchFamily="34" charset="0"/>
              </a:defRPr>
            </a:lvl8pPr>
            <a:lvl9pPr marL="3886200" indent="-228600" eaLnBrk="0" fontAlgn="base" hangingPunct="0">
              <a:spcBef>
                <a:spcPct val="0"/>
              </a:spcBef>
              <a:spcAft>
                <a:spcPct val="0"/>
              </a:spcAft>
              <a:defRPr sz="4400" b="1">
                <a:solidFill>
                  <a:schemeClr val="tx2"/>
                </a:solidFill>
                <a:latin typeface="Arial" panose="020B0604020202020204" pitchFamily="34" charset="0"/>
              </a:defRPr>
            </a:lvl9pPr>
          </a:lstStyle>
          <a:p>
            <a:fld id="{2268A170-91CD-49D2-A8D6-59FC4936220B}" type="slidenum">
              <a:rPr lang="en-US" altLang="en-US" sz="1200" b="0" smtClean="0">
                <a:solidFill>
                  <a:schemeClr val="tx1"/>
                </a:solidFill>
              </a:rPr>
              <a:pPr/>
              <a:t>10</a:t>
            </a:fld>
            <a:endParaRPr lang="en-US" altLang="en-US" sz="1200" b="0">
              <a:solidFill>
                <a:schemeClr val="tx1"/>
              </a:solidFill>
            </a:endParaRPr>
          </a:p>
        </p:txBody>
      </p:sp>
      <p:sp>
        <p:nvSpPr>
          <p:cNvPr id="6147" name="Rectangle 2">
            <a:extLst>
              <a:ext uri="{FF2B5EF4-FFF2-40B4-BE49-F238E27FC236}">
                <a16:creationId xmlns:a16="http://schemas.microsoft.com/office/drawing/2014/main" id="{B21061C5-7B27-E4C2-F342-AEF67B8187B1}"/>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EA6CC575-27ED-4659-66E7-BB53429C5D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084794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4EAAD-36DD-5713-5AB1-B0A179FB6AA3}"/>
            </a:ext>
          </a:extLst>
        </p:cNvPr>
        <p:cNvGrpSpPr/>
        <p:nvPr/>
      </p:nvGrpSpPr>
      <p:grpSpPr>
        <a:xfrm>
          <a:off x="0" y="0"/>
          <a:ext cx="0" cy="0"/>
          <a:chOff x="0" y="0"/>
          <a:chExt cx="0" cy="0"/>
        </a:xfrm>
      </p:grpSpPr>
      <p:sp>
        <p:nvSpPr>
          <p:cNvPr id="6146" name="Rectangle 7">
            <a:extLst>
              <a:ext uri="{FF2B5EF4-FFF2-40B4-BE49-F238E27FC236}">
                <a16:creationId xmlns:a16="http://schemas.microsoft.com/office/drawing/2014/main" id="{67B30E57-DF96-4A8B-182D-FDDCC8771D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400" b="1">
                <a:solidFill>
                  <a:schemeClr val="tx2"/>
                </a:solidFill>
                <a:latin typeface="Arial" panose="020B0604020202020204" pitchFamily="34" charset="0"/>
              </a:defRPr>
            </a:lvl1pPr>
            <a:lvl2pPr marL="742950" indent="-285750">
              <a:defRPr sz="4400" b="1">
                <a:solidFill>
                  <a:schemeClr val="tx2"/>
                </a:solidFill>
                <a:latin typeface="Arial" panose="020B0604020202020204" pitchFamily="34" charset="0"/>
              </a:defRPr>
            </a:lvl2pPr>
            <a:lvl3pPr marL="1143000" indent="-228600">
              <a:defRPr sz="4400" b="1">
                <a:solidFill>
                  <a:schemeClr val="tx2"/>
                </a:solidFill>
                <a:latin typeface="Arial" panose="020B0604020202020204" pitchFamily="34" charset="0"/>
              </a:defRPr>
            </a:lvl3pPr>
            <a:lvl4pPr marL="1600200" indent="-228600">
              <a:defRPr sz="4400" b="1">
                <a:solidFill>
                  <a:schemeClr val="tx2"/>
                </a:solidFill>
                <a:latin typeface="Arial" panose="020B0604020202020204" pitchFamily="34" charset="0"/>
              </a:defRPr>
            </a:lvl4pPr>
            <a:lvl5pPr marL="2057400" indent="-228600">
              <a:defRPr sz="4400" b="1">
                <a:solidFill>
                  <a:schemeClr val="tx2"/>
                </a:solidFill>
                <a:latin typeface="Arial" panose="020B0604020202020204" pitchFamily="34" charset="0"/>
              </a:defRPr>
            </a:lvl5pPr>
            <a:lvl6pPr marL="2514600" indent="-228600" eaLnBrk="0" fontAlgn="base" hangingPunct="0">
              <a:spcBef>
                <a:spcPct val="0"/>
              </a:spcBef>
              <a:spcAft>
                <a:spcPct val="0"/>
              </a:spcAft>
              <a:defRPr sz="4400" b="1">
                <a:solidFill>
                  <a:schemeClr val="tx2"/>
                </a:solidFill>
                <a:latin typeface="Arial" panose="020B0604020202020204" pitchFamily="34" charset="0"/>
              </a:defRPr>
            </a:lvl6pPr>
            <a:lvl7pPr marL="2971800" indent="-228600" eaLnBrk="0" fontAlgn="base" hangingPunct="0">
              <a:spcBef>
                <a:spcPct val="0"/>
              </a:spcBef>
              <a:spcAft>
                <a:spcPct val="0"/>
              </a:spcAft>
              <a:defRPr sz="4400" b="1">
                <a:solidFill>
                  <a:schemeClr val="tx2"/>
                </a:solidFill>
                <a:latin typeface="Arial" panose="020B0604020202020204" pitchFamily="34" charset="0"/>
              </a:defRPr>
            </a:lvl7pPr>
            <a:lvl8pPr marL="3429000" indent="-228600" eaLnBrk="0" fontAlgn="base" hangingPunct="0">
              <a:spcBef>
                <a:spcPct val="0"/>
              </a:spcBef>
              <a:spcAft>
                <a:spcPct val="0"/>
              </a:spcAft>
              <a:defRPr sz="4400" b="1">
                <a:solidFill>
                  <a:schemeClr val="tx2"/>
                </a:solidFill>
                <a:latin typeface="Arial" panose="020B0604020202020204" pitchFamily="34" charset="0"/>
              </a:defRPr>
            </a:lvl8pPr>
            <a:lvl9pPr marL="3886200" indent="-228600" eaLnBrk="0" fontAlgn="base" hangingPunct="0">
              <a:spcBef>
                <a:spcPct val="0"/>
              </a:spcBef>
              <a:spcAft>
                <a:spcPct val="0"/>
              </a:spcAft>
              <a:defRPr sz="4400" b="1">
                <a:solidFill>
                  <a:schemeClr val="tx2"/>
                </a:solidFill>
                <a:latin typeface="Arial" panose="020B0604020202020204" pitchFamily="34" charset="0"/>
              </a:defRPr>
            </a:lvl9pPr>
          </a:lstStyle>
          <a:p>
            <a:fld id="{2268A170-91CD-49D2-A8D6-59FC4936220B}" type="slidenum">
              <a:rPr lang="en-US" altLang="en-US" sz="1200" b="0" smtClean="0">
                <a:solidFill>
                  <a:schemeClr val="tx1"/>
                </a:solidFill>
              </a:rPr>
              <a:pPr/>
              <a:t>11</a:t>
            </a:fld>
            <a:endParaRPr lang="en-US" altLang="en-US" sz="1200" b="0">
              <a:solidFill>
                <a:schemeClr val="tx1"/>
              </a:solidFill>
            </a:endParaRPr>
          </a:p>
        </p:txBody>
      </p:sp>
      <p:sp>
        <p:nvSpPr>
          <p:cNvPr id="6147" name="Rectangle 2">
            <a:extLst>
              <a:ext uri="{FF2B5EF4-FFF2-40B4-BE49-F238E27FC236}">
                <a16:creationId xmlns:a16="http://schemas.microsoft.com/office/drawing/2014/main" id="{D1CA20DC-28FD-607E-FC44-C1A70DD35639}"/>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1A1C0026-BA4F-4A28-3396-CFC0702703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316364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11CEA-35EC-4783-A97B-8B12595BB0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00891A3-5CDB-4D9C-B996-F46B59EB46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DA0DE24-9DB4-440B-BDDA-423D4E0E9EB0}"/>
              </a:ext>
            </a:extLst>
          </p:cNvPr>
          <p:cNvSpPr>
            <a:spLocks noGrp="1"/>
          </p:cNvSpPr>
          <p:nvPr>
            <p:ph type="dt" sz="half" idx="10"/>
          </p:nvPr>
        </p:nvSpPr>
        <p:spPr/>
        <p:txBody>
          <a:bodyPr/>
          <a:lstStyle/>
          <a:p>
            <a:fld id="{060C9BEC-6785-414B-857B-687B2AD3D14F}" type="datetimeFigureOut">
              <a:rPr lang="en-IN" smtClean="0"/>
              <a:t>28-01-2025</a:t>
            </a:fld>
            <a:endParaRPr lang="en-IN"/>
          </a:p>
        </p:txBody>
      </p:sp>
      <p:sp>
        <p:nvSpPr>
          <p:cNvPr id="5" name="Footer Placeholder 4">
            <a:extLst>
              <a:ext uri="{FF2B5EF4-FFF2-40B4-BE49-F238E27FC236}">
                <a16:creationId xmlns:a16="http://schemas.microsoft.com/office/drawing/2014/main" id="{F7C88FEF-CB81-41C1-A21F-B2A6190881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640C2D-7203-4F72-B798-4CE9134B277D}"/>
              </a:ext>
            </a:extLst>
          </p:cNvPr>
          <p:cNvSpPr>
            <a:spLocks noGrp="1"/>
          </p:cNvSpPr>
          <p:nvPr>
            <p:ph type="sldNum" sz="quarter" idx="12"/>
          </p:nvPr>
        </p:nvSpPr>
        <p:spPr/>
        <p:txBody>
          <a:bodyPr/>
          <a:lstStyle/>
          <a:p>
            <a:fld id="{2B824FE2-0BE4-4B92-82F9-17920EA2B879}" type="slidenum">
              <a:rPr lang="en-IN" smtClean="0"/>
              <a:t>‹#›</a:t>
            </a:fld>
            <a:endParaRPr lang="en-IN"/>
          </a:p>
        </p:txBody>
      </p:sp>
    </p:spTree>
    <p:extLst>
      <p:ext uri="{BB962C8B-B14F-4D97-AF65-F5344CB8AC3E}">
        <p14:creationId xmlns:p14="http://schemas.microsoft.com/office/powerpoint/2010/main" val="2672884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18148-B8B7-4E9A-AFB7-6BF12D08DC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8BD0ED-CC10-4D55-86CF-E8B587351C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35B41D-732D-4AB6-A575-B41E32E6772D}"/>
              </a:ext>
            </a:extLst>
          </p:cNvPr>
          <p:cNvSpPr>
            <a:spLocks noGrp="1"/>
          </p:cNvSpPr>
          <p:nvPr>
            <p:ph type="dt" sz="half" idx="10"/>
          </p:nvPr>
        </p:nvSpPr>
        <p:spPr/>
        <p:txBody>
          <a:bodyPr/>
          <a:lstStyle/>
          <a:p>
            <a:fld id="{060C9BEC-6785-414B-857B-687B2AD3D14F}" type="datetimeFigureOut">
              <a:rPr lang="en-IN" smtClean="0"/>
              <a:t>28-01-2025</a:t>
            </a:fld>
            <a:endParaRPr lang="en-IN"/>
          </a:p>
        </p:txBody>
      </p:sp>
      <p:sp>
        <p:nvSpPr>
          <p:cNvPr id="5" name="Footer Placeholder 4">
            <a:extLst>
              <a:ext uri="{FF2B5EF4-FFF2-40B4-BE49-F238E27FC236}">
                <a16:creationId xmlns:a16="http://schemas.microsoft.com/office/drawing/2014/main" id="{BBB456E2-6364-4793-9897-D7059E227C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2B9B4A-1026-453C-8F38-A9953830A20A}"/>
              </a:ext>
            </a:extLst>
          </p:cNvPr>
          <p:cNvSpPr>
            <a:spLocks noGrp="1"/>
          </p:cNvSpPr>
          <p:nvPr>
            <p:ph type="sldNum" sz="quarter" idx="12"/>
          </p:nvPr>
        </p:nvSpPr>
        <p:spPr/>
        <p:txBody>
          <a:bodyPr/>
          <a:lstStyle/>
          <a:p>
            <a:fld id="{2B824FE2-0BE4-4B92-82F9-17920EA2B879}" type="slidenum">
              <a:rPr lang="en-IN" smtClean="0"/>
              <a:t>‹#›</a:t>
            </a:fld>
            <a:endParaRPr lang="en-IN"/>
          </a:p>
        </p:txBody>
      </p:sp>
    </p:spTree>
    <p:extLst>
      <p:ext uri="{BB962C8B-B14F-4D97-AF65-F5344CB8AC3E}">
        <p14:creationId xmlns:p14="http://schemas.microsoft.com/office/powerpoint/2010/main" val="2828251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FAB02-F156-423E-9D2C-2EA58230B3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2FC0215-F2A0-4120-A84C-89B51C87C2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51E520-6DD3-47E3-88ED-98A006E8872D}"/>
              </a:ext>
            </a:extLst>
          </p:cNvPr>
          <p:cNvSpPr>
            <a:spLocks noGrp="1"/>
          </p:cNvSpPr>
          <p:nvPr>
            <p:ph type="dt" sz="half" idx="10"/>
          </p:nvPr>
        </p:nvSpPr>
        <p:spPr/>
        <p:txBody>
          <a:bodyPr/>
          <a:lstStyle/>
          <a:p>
            <a:fld id="{060C9BEC-6785-414B-857B-687B2AD3D14F}" type="datetimeFigureOut">
              <a:rPr lang="en-IN" smtClean="0"/>
              <a:t>28-01-2025</a:t>
            </a:fld>
            <a:endParaRPr lang="en-IN"/>
          </a:p>
        </p:txBody>
      </p:sp>
      <p:sp>
        <p:nvSpPr>
          <p:cNvPr id="5" name="Footer Placeholder 4">
            <a:extLst>
              <a:ext uri="{FF2B5EF4-FFF2-40B4-BE49-F238E27FC236}">
                <a16:creationId xmlns:a16="http://schemas.microsoft.com/office/drawing/2014/main" id="{76B077E0-AF6E-4F8D-9F44-A8CF8DFFCF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DB6A97-0C9A-4765-868E-E2AC33C96669}"/>
              </a:ext>
            </a:extLst>
          </p:cNvPr>
          <p:cNvSpPr>
            <a:spLocks noGrp="1"/>
          </p:cNvSpPr>
          <p:nvPr>
            <p:ph type="sldNum" sz="quarter" idx="12"/>
          </p:nvPr>
        </p:nvSpPr>
        <p:spPr/>
        <p:txBody>
          <a:bodyPr/>
          <a:lstStyle/>
          <a:p>
            <a:fld id="{2B824FE2-0BE4-4B92-82F9-17920EA2B879}" type="slidenum">
              <a:rPr lang="en-IN" smtClean="0"/>
              <a:t>‹#›</a:t>
            </a:fld>
            <a:endParaRPr lang="en-IN"/>
          </a:p>
        </p:txBody>
      </p:sp>
    </p:spTree>
    <p:extLst>
      <p:ext uri="{BB962C8B-B14F-4D97-AF65-F5344CB8AC3E}">
        <p14:creationId xmlns:p14="http://schemas.microsoft.com/office/powerpoint/2010/main" val="2876679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0CD6A-055E-4FBD-9A1C-9ECC55500C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90BBB9-0ACB-4B4F-AF8B-16D4FCE818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DD3857-1978-4890-9AD4-DEE2D86474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B82FF31-DB65-4C41-8478-684022D8132E}"/>
              </a:ext>
            </a:extLst>
          </p:cNvPr>
          <p:cNvSpPr>
            <a:spLocks noGrp="1"/>
          </p:cNvSpPr>
          <p:nvPr>
            <p:ph type="dt" sz="half" idx="10"/>
          </p:nvPr>
        </p:nvSpPr>
        <p:spPr/>
        <p:txBody>
          <a:bodyPr/>
          <a:lstStyle/>
          <a:p>
            <a:fld id="{060C9BEC-6785-414B-857B-687B2AD3D14F}" type="datetimeFigureOut">
              <a:rPr lang="en-IN" smtClean="0"/>
              <a:t>28-01-2025</a:t>
            </a:fld>
            <a:endParaRPr lang="en-IN"/>
          </a:p>
        </p:txBody>
      </p:sp>
      <p:sp>
        <p:nvSpPr>
          <p:cNvPr id="6" name="Footer Placeholder 5">
            <a:extLst>
              <a:ext uri="{FF2B5EF4-FFF2-40B4-BE49-F238E27FC236}">
                <a16:creationId xmlns:a16="http://schemas.microsoft.com/office/drawing/2014/main" id="{ADEEE06A-2F94-4C6D-8EBE-BCE6441CD7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6D04D3-2704-44CA-A173-8B002248A9AB}"/>
              </a:ext>
            </a:extLst>
          </p:cNvPr>
          <p:cNvSpPr>
            <a:spLocks noGrp="1"/>
          </p:cNvSpPr>
          <p:nvPr>
            <p:ph type="sldNum" sz="quarter" idx="12"/>
          </p:nvPr>
        </p:nvSpPr>
        <p:spPr/>
        <p:txBody>
          <a:bodyPr/>
          <a:lstStyle/>
          <a:p>
            <a:fld id="{2B824FE2-0BE4-4B92-82F9-17920EA2B879}" type="slidenum">
              <a:rPr lang="en-IN" smtClean="0"/>
              <a:t>‹#›</a:t>
            </a:fld>
            <a:endParaRPr lang="en-IN"/>
          </a:p>
        </p:txBody>
      </p:sp>
    </p:spTree>
    <p:extLst>
      <p:ext uri="{BB962C8B-B14F-4D97-AF65-F5344CB8AC3E}">
        <p14:creationId xmlns:p14="http://schemas.microsoft.com/office/powerpoint/2010/main" val="3279875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45504-D06E-4052-A5AD-2FD7CAD0933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B678CF-489D-4800-91DE-DE7BE2EE01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6D8E41-1C5D-46D4-A983-30A11475B5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74C7F5-48A1-43E8-8892-FEE3180AE5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F950C-D009-4DD9-904E-0764437784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3EBCAED-B3A8-478F-B5DE-1B15228673D4}"/>
              </a:ext>
            </a:extLst>
          </p:cNvPr>
          <p:cNvSpPr>
            <a:spLocks noGrp="1"/>
          </p:cNvSpPr>
          <p:nvPr>
            <p:ph type="dt" sz="half" idx="10"/>
          </p:nvPr>
        </p:nvSpPr>
        <p:spPr/>
        <p:txBody>
          <a:bodyPr/>
          <a:lstStyle/>
          <a:p>
            <a:fld id="{060C9BEC-6785-414B-857B-687B2AD3D14F}" type="datetimeFigureOut">
              <a:rPr lang="en-IN" smtClean="0"/>
              <a:t>28-01-2025</a:t>
            </a:fld>
            <a:endParaRPr lang="en-IN"/>
          </a:p>
        </p:txBody>
      </p:sp>
      <p:sp>
        <p:nvSpPr>
          <p:cNvPr id="8" name="Footer Placeholder 7">
            <a:extLst>
              <a:ext uri="{FF2B5EF4-FFF2-40B4-BE49-F238E27FC236}">
                <a16:creationId xmlns:a16="http://schemas.microsoft.com/office/drawing/2014/main" id="{23BB9492-603C-4736-A9A6-ADF527FDCCC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450D024-8D84-4580-B439-FE208BB95176}"/>
              </a:ext>
            </a:extLst>
          </p:cNvPr>
          <p:cNvSpPr>
            <a:spLocks noGrp="1"/>
          </p:cNvSpPr>
          <p:nvPr>
            <p:ph type="sldNum" sz="quarter" idx="12"/>
          </p:nvPr>
        </p:nvSpPr>
        <p:spPr/>
        <p:txBody>
          <a:bodyPr/>
          <a:lstStyle/>
          <a:p>
            <a:fld id="{2B824FE2-0BE4-4B92-82F9-17920EA2B879}" type="slidenum">
              <a:rPr lang="en-IN" smtClean="0"/>
              <a:t>‹#›</a:t>
            </a:fld>
            <a:endParaRPr lang="en-IN"/>
          </a:p>
        </p:txBody>
      </p:sp>
    </p:spTree>
    <p:extLst>
      <p:ext uri="{BB962C8B-B14F-4D97-AF65-F5344CB8AC3E}">
        <p14:creationId xmlns:p14="http://schemas.microsoft.com/office/powerpoint/2010/main" val="3655589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96F1D-C12F-412C-A01A-434356F7AB5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3A49357-EA02-4FB9-8AEC-DF6EEC768B45}"/>
              </a:ext>
            </a:extLst>
          </p:cNvPr>
          <p:cNvSpPr>
            <a:spLocks noGrp="1"/>
          </p:cNvSpPr>
          <p:nvPr>
            <p:ph type="dt" sz="half" idx="10"/>
          </p:nvPr>
        </p:nvSpPr>
        <p:spPr/>
        <p:txBody>
          <a:bodyPr/>
          <a:lstStyle/>
          <a:p>
            <a:fld id="{060C9BEC-6785-414B-857B-687B2AD3D14F}" type="datetimeFigureOut">
              <a:rPr lang="en-IN" smtClean="0"/>
              <a:t>28-01-2025</a:t>
            </a:fld>
            <a:endParaRPr lang="en-IN"/>
          </a:p>
        </p:txBody>
      </p:sp>
      <p:sp>
        <p:nvSpPr>
          <p:cNvPr id="4" name="Footer Placeholder 3">
            <a:extLst>
              <a:ext uri="{FF2B5EF4-FFF2-40B4-BE49-F238E27FC236}">
                <a16:creationId xmlns:a16="http://schemas.microsoft.com/office/drawing/2014/main" id="{DCA5109A-EEB2-46BA-9EA8-4F32400F581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7526025-7438-462E-9E0F-31BC50D14A3A}"/>
              </a:ext>
            </a:extLst>
          </p:cNvPr>
          <p:cNvSpPr>
            <a:spLocks noGrp="1"/>
          </p:cNvSpPr>
          <p:nvPr>
            <p:ph type="sldNum" sz="quarter" idx="12"/>
          </p:nvPr>
        </p:nvSpPr>
        <p:spPr/>
        <p:txBody>
          <a:bodyPr/>
          <a:lstStyle/>
          <a:p>
            <a:fld id="{2B824FE2-0BE4-4B92-82F9-17920EA2B879}" type="slidenum">
              <a:rPr lang="en-IN" smtClean="0"/>
              <a:t>‹#›</a:t>
            </a:fld>
            <a:endParaRPr lang="en-IN"/>
          </a:p>
        </p:txBody>
      </p:sp>
    </p:spTree>
    <p:extLst>
      <p:ext uri="{BB962C8B-B14F-4D97-AF65-F5344CB8AC3E}">
        <p14:creationId xmlns:p14="http://schemas.microsoft.com/office/powerpoint/2010/main" val="4040868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BE336D-F8EE-44DB-9B2E-EE6F0CEFB672}"/>
              </a:ext>
            </a:extLst>
          </p:cNvPr>
          <p:cNvSpPr>
            <a:spLocks noGrp="1"/>
          </p:cNvSpPr>
          <p:nvPr>
            <p:ph type="dt" sz="half" idx="10"/>
          </p:nvPr>
        </p:nvSpPr>
        <p:spPr/>
        <p:txBody>
          <a:bodyPr/>
          <a:lstStyle/>
          <a:p>
            <a:fld id="{060C9BEC-6785-414B-857B-687B2AD3D14F}" type="datetimeFigureOut">
              <a:rPr lang="en-IN" smtClean="0"/>
              <a:t>28-01-2025</a:t>
            </a:fld>
            <a:endParaRPr lang="en-IN"/>
          </a:p>
        </p:txBody>
      </p:sp>
      <p:sp>
        <p:nvSpPr>
          <p:cNvPr id="3" name="Footer Placeholder 2">
            <a:extLst>
              <a:ext uri="{FF2B5EF4-FFF2-40B4-BE49-F238E27FC236}">
                <a16:creationId xmlns:a16="http://schemas.microsoft.com/office/drawing/2014/main" id="{D33C5DB7-91CC-4E2E-95DB-131E2B70139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70B17E1-188F-4658-9456-2FB61B9FB9F1}"/>
              </a:ext>
            </a:extLst>
          </p:cNvPr>
          <p:cNvSpPr>
            <a:spLocks noGrp="1"/>
          </p:cNvSpPr>
          <p:nvPr>
            <p:ph type="sldNum" sz="quarter" idx="12"/>
          </p:nvPr>
        </p:nvSpPr>
        <p:spPr/>
        <p:txBody>
          <a:bodyPr/>
          <a:lstStyle/>
          <a:p>
            <a:fld id="{2B824FE2-0BE4-4B92-82F9-17920EA2B879}" type="slidenum">
              <a:rPr lang="en-IN" smtClean="0"/>
              <a:t>‹#›</a:t>
            </a:fld>
            <a:endParaRPr lang="en-IN"/>
          </a:p>
        </p:txBody>
      </p:sp>
    </p:spTree>
    <p:extLst>
      <p:ext uri="{BB962C8B-B14F-4D97-AF65-F5344CB8AC3E}">
        <p14:creationId xmlns:p14="http://schemas.microsoft.com/office/powerpoint/2010/main" val="1105015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029D1-A3C4-4A5F-89D9-82A9557BE3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AE09B86-76FE-4946-A3A1-6385E02E9D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7EEA1D9-4117-4C6C-BF69-D009BA9EF9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4EA5E3-5829-4356-BCFE-FF8F89DFA59B}"/>
              </a:ext>
            </a:extLst>
          </p:cNvPr>
          <p:cNvSpPr>
            <a:spLocks noGrp="1"/>
          </p:cNvSpPr>
          <p:nvPr>
            <p:ph type="dt" sz="half" idx="10"/>
          </p:nvPr>
        </p:nvSpPr>
        <p:spPr/>
        <p:txBody>
          <a:bodyPr/>
          <a:lstStyle/>
          <a:p>
            <a:fld id="{060C9BEC-6785-414B-857B-687B2AD3D14F}" type="datetimeFigureOut">
              <a:rPr lang="en-IN" smtClean="0"/>
              <a:t>28-01-2025</a:t>
            </a:fld>
            <a:endParaRPr lang="en-IN"/>
          </a:p>
        </p:txBody>
      </p:sp>
      <p:sp>
        <p:nvSpPr>
          <p:cNvPr id="6" name="Footer Placeholder 5">
            <a:extLst>
              <a:ext uri="{FF2B5EF4-FFF2-40B4-BE49-F238E27FC236}">
                <a16:creationId xmlns:a16="http://schemas.microsoft.com/office/drawing/2014/main" id="{4B3CB4DD-74F1-441E-9981-FC40B9AE1D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88E030-315B-4730-A854-5D39A6AD95BF}"/>
              </a:ext>
            </a:extLst>
          </p:cNvPr>
          <p:cNvSpPr>
            <a:spLocks noGrp="1"/>
          </p:cNvSpPr>
          <p:nvPr>
            <p:ph type="sldNum" sz="quarter" idx="12"/>
          </p:nvPr>
        </p:nvSpPr>
        <p:spPr/>
        <p:txBody>
          <a:bodyPr/>
          <a:lstStyle/>
          <a:p>
            <a:fld id="{2B824FE2-0BE4-4B92-82F9-17920EA2B879}" type="slidenum">
              <a:rPr lang="en-IN" smtClean="0"/>
              <a:t>‹#›</a:t>
            </a:fld>
            <a:endParaRPr lang="en-IN"/>
          </a:p>
        </p:txBody>
      </p:sp>
    </p:spTree>
    <p:extLst>
      <p:ext uri="{BB962C8B-B14F-4D97-AF65-F5344CB8AC3E}">
        <p14:creationId xmlns:p14="http://schemas.microsoft.com/office/powerpoint/2010/main" val="3850135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F3F5A-6F8F-4909-B4CA-1A61A8CF75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9391441-BE44-4E72-933B-9E5A87C1CB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5322BB1-07E1-4297-87E1-32F9BBEB3D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539EFB-2D16-4359-9085-CFAF1FCE3C8A}"/>
              </a:ext>
            </a:extLst>
          </p:cNvPr>
          <p:cNvSpPr>
            <a:spLocks noGrp="1"/>
          </p:cNvSpPr>
          <p:nvPr>
            <p:ph type="dt" sz="half" idx="10"/>
          </p:nvPr>
        </p:nvSpPr>
        <p:spPr/>
        <p:txBody>
          <a:bodyPr/>
          <a:lstStyle/>
          <a:p>
            <a:fld id="{060C9BEC-6785-414B-857B-687B2AD3D14F}" type="datetimeFigureOut">
              <a:rPr lang="en-IN" smtClean="0"/>
              <a:t>28-01-2025</a:t>
            </a:fld>
            <a:endParaRPr lang="en-IN"/>
          </a:p>
        </p:txBody>
      </p:sp>
      <p:sp>
        <p:nvSpPr>
          <p:cNvPr id="6" name="Footer Placeholder 5">
            <a:extLst>
              <a:ext uri="{FF2B5EF4-FFF2-40B4-BE49-F238E27FC236}">
                <a16:creationId xmlns:a16="http://schemas.microsoft.com/office/drawing/2014/main" id="{E7CB3BB7-B62B-4B9A-9261-C52D947E84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78CE9A-3074-4234-BC4B-88EFB81454A4}"/>
              </a:ext>
            </a:extLst>
          </p:cNvPr>
          <p:cNvSpPr>
            <a:spLocks noGrp="1"/>
          </p:cNvSpPr>
          <p:nvPr>
            <p:ph type="sldNum" sz="quarter" idx="12"/>
          </p:nvPr>
        </p:nvSpPr>
        <p:spPr/>
        <p:txBody>
          <a:bodyPr/>
          <a:lstStyle/>
          <a:p>
            <a:fld id="{2B824FE2-0BE4-4B92-82F9-17920EA2B879}" type="slidenum">
              <a:rPr lang="en-IN" smtClean="0"/>
              <a:t>‹#›</a:t>
            </a:fld>
            <a:endParaRPr lang="en-IN"/>
          </a:p>
        </p:txBody>
      </p:sp>
    </p:spTree>
    <p:extLst>
      <p:ext uri="{BB962C8B-B14F-4D97-AF65-F5344CB8AC3E}">
        <p14:creationId xmlns:p14="http://schemas.microsoft.com/office/powerpoint/2010/main" val="3794875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48F26-0AFB-4076-809D-B469D1CCF72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433267-AFDA-4859-9847-AF5F92193B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834886-FCE3-4C40-8E4D-9C3746881BBF}"/>
              </a:ext>
            </a:extLst>
          </p:cNvPr>
          <p:cNvSpPr>
            <a:spLocks noGrp="1"/>
          </p:cNvSpPr>
          <p:nvPr>
            <p:ph type="dt" sz="half" idx="10"/>
          </p:nvPr>
        </p:nvSpPr>
        <p:spPr/>
        <p:txBody>
          <a:bodyPr/>
          <a:lstStyle/>
          <a:p>
            <a:fld id="{060C9BEC-6785-414B-857B-687B2AD3D14F}" type="datetimeFigureOut">
              <a:rPr lang="en-IN" smtClean="0"/>
              <a:t>28-01-2025</a:t>
            </a:fld>
            <a:endParaRPr lang="en-IN"/>
          </a:p>
        </p:txBody>
      </p:sp>
      <p:sp>
        <p:nvSpPr>
          <p:cNvPr id="5" name="Footer Placeholder 4">
            <a:extLst>
              <a:ext uri="{FF2B5EF4-FFF2-40B4-BE49-F238E27FC236}">
                <a16:creationId xmlns:a16="http://schemas.microsoft.com/office/drawing/2014/main" id="{6D7DFFAD-D88B-4259-987B-6BC61000E8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91C066-946B-4C35-B00B-596FB7C68BC4}"/>
              </a:ext>
            </a:extLst>
          </p:cNvPr>
          <p:cNvSpPr>
            <a:spLocks noGrp="1"/>
          </p:cNvSpPr>
          <p:nvPr>
            <p:ph type="sldNum" sz="quarter" idx="12"/>
          </p:nvPr>
        </p:nvSpPr>
        <p:spPr/>
        <p:txBody>
          <a:bodyPr/>
          <a:lstStyle/>
          <a:p>
            <a:fld id="{2B824FE2-0BE4-4B92-82F9-17920EA2B879}" type="slidenum">
              <a:rPr lang="en-IN" smtClean="0"/>
              <a:t>‹#›</a:t>
            </a:fld>
            <a:endParaRPr lang="en-IN"/>
          </a:p>
        </p:txBody>
      </p:sp>
    </p:spTree>
    <p:extLst>
      <p:ext uri="{BB962C8B-B14F-4D97-AF65-F5344CB8AC3E}">
        <p14:creationId xmlns:p14="http://schemas.microsoft.com/office/powerpoint/2010/main" val="2136539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4C4943-BC78-483F-A776-0469B792233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461C79-71E8-4EA7-903C-2998558DD0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8C099F-3854-493B-A883-F853F8D8A4C8}"/>
              </a:ext>
            </a:extLst>
          </p:cNvPr>
          <p:cNvSpPr>
            <a:spLocks noGrp="1"/>
          </p:cNvSpPr>
          <p:nvPr>
            <p:ph type="dt" sz="half" idx="10"/>
          </p:nvPr>
        </p:nvSpPr>
        <p:spPr/>
        <p:txBody>
          <a:bodyPr/>
          <a:lstStyle/>
          <a:p>
            <a:fld id="{060C9BEC-6785-414B-857B-687B2AD3D14F}" type="datetimeFigureOut">
              <a:rPr lang="en-IN" smtClean="0"/>
              <a:t>28-01-2025</a:t>
            </a:fld>
            <a:endParaRPr lang="en-IN"/>
          </a:p>
        </p:txBody>
      </p:sp>
      <p:sp>
        <p:nvSpPr>
          <p:cNvPr id="5" name="Footer Placeholder 4">
            <a:extLst>
              <a:ext uri="{FF2B5EF4-FFF2-40B4-BE49-F238E27FC236}">
                <a16:creationId xmlns:a16="http://schemas.microsoft.com/office/drawing/2014/main" id="{3B16B706-314A-429F-9FDF-BDD74A33A3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4DDCFF-4F20-4BD1-A29A-C142113D31A2}"/>
              </a:ext>
            </a:extLst>
          </p:cNvPr>
          <p:cNvSpPr>
            <a:spLocks noGrp="1"/>
          </p:cNvSpPr>
          <p:nvPr>
            <p:ph type="sldNum" sz="quarter" idx="12"/>
          </p:nvPr>
        </p:nvSpPr>
        <p:spPr/>
        <p:txBody>
          <a:bodyPr/>
          <a:lstStyle/>
          <a:p>
            <a:fld id="{2B824FE2-0BE4-4B92-82F9-17920EA2B879}" type="slidenum">
              <a:rPr lang="en-IN" smtClean="0"/>
              <a:t>‹#›</a:t>
            </a:fld>
            <a:endParaRPr lang="en-IN"/>
          </a:p>
        </p:txBody>
      </p:sp>
    </p:spTree>
    <p:extLst>
      <p:ext uri="{BB962C8B-B14F-4D97-AF65-F5344CB8AC3E}">
        <p14:creationId xmlns:p14="http://schemas.microsoft.com/office/powerpoint/2010/main" val="3323613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16427" y="3540784"/>
            <a:ext cx="12205252" cy="28600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175" y="6400800"/>
            <a:ext cx="12188825" cy="4572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ctrTitle"/>
          </p:nvPr>
        </p:nvSpPr>
        <p:spPr>
          <a:xfrm>
            <a:off x="228703" y="4301279"/>
            <a:ext cx="7232801" cy="1462642"/>
          </a:xfrm>
        </p:spPr>
        <p:txBody>
          <a:bodyPr anchor="t">
            <a:noAutofit/>
          </a:bodyPr>
          <a:lstStyle>
            <a:lvl1pPr algn="r">
              <a:lnSpc>
                <a:spcPct val="90000"/>
              </a:lnSpc>
              <a:defRPr sz="4800" spc="-50" baseline="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8074429" y="4399291"/>
            <a:ext cx="3227551" cy="1330715"/>
          </a:xfrm>
        </p:spPr>
        <p:txBody>
          <a:bodyPr lIns="91440" rIns="91440">
            <a:normAutofit/>
          </a:bodyPr>
          <a:lstStyle>
            <a:lvl1pPr marL="0" indent="0" algn="l">
              <a:buNone/>
              <a:defRPr sz="2400" cap="all" spc="200" baseline="0">
                <a:solidFill>
                  <a:schemeClr val="accent1">
                    <a:lumMod val="40000"/>
                    <a:lumOff val="60000"/>
                  </a:schemeClr>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pic>
        <p:nvPicPr>
          <p:cNvPr id="7" name="Picture 2" descr="KGC-201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37618" y="1629652"/>
            <a:ext cx="7103511" cy="124033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userDrawn="1"/>
        </p:nvSpPr>
        <p:spPr>
          <a:xfrm>
            <a:off x="-13252" y="6536635"/>
            <a:ext cx="3074505" cy="253916"/>
          </a:xfrm>
          <a:prstGeom prst="rect">
            <a:avLst/>
          </a:prstGeom>
          <a:noFill/>
        </p:spPr>
        <p:txBody>
          <a:bodyPr wrap="square" rtlCol="0">
            <a:spAutoFit/>
          </a:bodyPr>
          <a:lstStyle/>
          <a:p>
            <a:r>
              <a:rPr lang="en-US" sz="1050" dirty="0">
                <a:solidFill>
                  <a:schemeClr val="bg1"/>
                </a:solidFill>
              </a:rPr>
              <a:t>© Kalasalingam academy of research and education</a:t>
            </a:r>
          </a:p>
        </p:txBody>
      </p:sp>
      <p:cxnSp>
        <p:nvCxnSpPr>
          <p:cNvPr id="12" name="Straight Connector 11"/>
          <p:cNvCxnSpPr/>
          <p:nvPr userDrawn="1"/>
        </p:nvCxnSpPr>
        <p:spPr>
          <a:xfrm>
            <a:off x="7699248" y="3963113"/>
            <a:ext cx="0" cy="2284774"/>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05140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5700058" y="-46036"/>
            <a:ext cx="6505492" cy="644683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175" y="6400800"/>
            <a:ext cx="12188825" cy="4572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266398" y="1858519"/>
            <a:ext cx="5419344" cy="1143000"/>
          </a:xfrm>
        </p:spPr>
        <p:txBody>
          <a:bodyPr anchor="b" anchorCtr="0">
            <a:noAutofit/>
          </a:bodyPr>
          <a:lstStyle>
            <a:lvl1pPr>
              <a:lnSpc>
                <a:spcPct val="90000"/>
              </a:lnSpc>
              <a:defRPr sz="4000" b="0">
                <a:solidFill>
                  <a:schemeClr val="tx1"/>
                </a:solidFill>
              </a:defRPr>
            </a:lvl1pPr>
          </a:lstStyle>
          <a:p>
            <a:r>
              <a:rPr lang="en-US" dirty="0"/>
              <a:t>Click to edit Master title style</a:t>
            </a:r>
          </a:p>
        </p:txBody>
      </p:sp>
      <p:cxnSp>
        <p:nvCxnSpPr>
          <p:cNvPr id="9" name="Straight Connector 8"/>
          <p:cNvCxnSpPr/>
          <p:nvPr userDrawn="1"/>
        </p:nvCxnSpPr>
        <p:spPr>
          <a:xfrm>
            <a:off x="6266398" y="3177382"/>
            <a:ext cx="5419344" cy="0"/>
          </a:xfrm>
          <a:prstGeom prst="line">
            <a:avLst/>
          </a:prstGeom>
          <a:ln w="34925">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Footer Placeholder 7"/>
          <p:cNvSpPr>
            <a:spLocks noGrp="1"/>
          </p:cNvSpPr>
          <p:nvPr>
            <p:ph type="ftr" sz="quarter" idx="11"/>
          </p:nvPr>
        </p:nvSpPr>
        <p:spPr/>
        <p:txBody>
          <a:bodyPr/>
          <a:lstStyle>
            <a:lvl1pPr>
              <a:defRPr>
                <a:solidFill>
                  <a:schemeClr val="bg1"/>
                </a:solidFill>
              </a:defRPr>
            </a:lvl1pPr>
          </a:lstStyle>
          <a:p>
            <a:r>
              <a:rPr lang="en-US"/>
              <a:t>EEE18R251-Electric circuit analysis</a:t>
            </a:r>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t>‹#›</a:t>
            </a:fld>
            <a:endParaRPr lang="en-US" dirty="0"/>
          </a:p>
        </p:txBody>
      </p:sp>
      <p:sp>
        <p:nvSpPr>
          <p:cNvPr id="6" name="TextBox 5"/>
          <p:cNvSpPr txBox="1"/>
          <p:nvPr userDrawn="1"/>
        </p:nvSpPr>
        <p:spPr>
          <a:xfrm>
            <a:off x="-13252" y="6536635"/>
            <a:ext cx="3074505" cy="253916"/>
          </a:xfrm>
          <a:prstGeom prst="rect">
            <a:avLst/>
          </a:prstGeom>
          <a:noFill/>
        </p:spPr>
        <p:txBody>
          <a:bodyPr wrap="square" rtlCol="0">
            <a:spAutoFit/>
          </a:bodyPr>
          <a:lstStyle/>
          <a:p>
            <a:r>
              <a:rPr lang="en-US" sz="1050" dirty="0">
                <a:solidFill>
                  <a:schemeClr val="bg1"/>
                </a:solidFill>
              </a:rPr>
              <a:t>© Kalasalingam academy of research and education</a:t>
            </a:r>
          </a:p>
        </p:txBody>
      </p:sp>
      <p:pic>
        <p:nvPicPr>
          <p:cNvPr id="4" name="Picture 2" descr="Kalasalingam Academy of Research and Education - Wikipedia"/>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26698" y="53714"/>
            <a:ext cx="1323988" cy="1210706"/>
          </a:xfrm>
          <a:prstGeom prst="rect">
            <a:avLst/>
          </a:prstGeom>
          <a:noFill/>
          <a:extLst>
            <a:ext uri="{909E8E84-426E-40DD-AFC4-6F175D3DCCD1}">
              <a14:hiddenFill xmlns:a14="http://schemas.microsoft.com/office/drawing/2010/main">
                <a:solidFill>
                  <a:srgbClr val="FFFFFF"/>
                </a:solidFill>
              </a14:hiddenFill>
            </a:ext>
          </a:extLst>
        </p:spPr>
      </p:pic>
      <p:sp>
        <p:nvSpPr>
          <p:cNvPr id="19" name="Content Placeholder 18"/>
          <p:cNvSpPr>
            <a:spLocks noGrp="1"/>
          </p:cNvSpPr>
          <p:nvPr>
            <p:ph sz="quarter" idx="13"/>
          </p:nvPr>
        </p:nvSpPr>
        <p:spPr>
          <a:xfrm>
            <a:off x="6266398" y="3410077"/>
            <a:ext cx="5419344" cy="276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24"/>
          <p:cNvSpPr>
            <a:spLocks noGrp="1"/>
          </p:cNvSpPr>
          <p:nvPr>
            <p:ph type="body" sz="quarter" idx="14"/>
          </p:nvPr>
        </p:nvSpPr>
        <p:spPr>
          <a:xfrm>
            <a:off x="476250" y="1263650"/>
            <a:ext cx="4703763" cy="4914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7405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hree Content">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Footer Placeholder 7"/>
          <p:cNvSpPr>
            <a:spLocks noGrp="1"/>
          </p:cNvSpPr>
          <p:nvPr>
            <p:ph type="ftr" sz="quarter" idx="11"/>
          </p:nvPr>
        </p:nvSpPr>
        <p:spPr/>
        <p:txBody>
          <a:bodyPr/>
          <a:lstStyle>
            <a:lvl1pPr>
              <a:defRPr>
                <a:solidFill>
                  <a:schemeClr val="bg1"/>
                </a:solidFill>
              </a:defRPr>
            </a:lvl1pPr>
          </a:lstStyle>
          <a:p>
            <a:r>
              <a:rPr lang="en-US"/>
              <a:t>EEE18R251-Electric circuit analysis</a:t>
            </a:r>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t>‹#›</a:t>
            </a:fld>
            <a:endParaRPr lang="en-US" dirty="0"/>
          </a:p>
        </p:txBody>
      </p:sp>
      <p:sp>
        <p:nvSpPr>
          <p:cNvPr id="13" name="Title 7"/>
          <p:cNvSpPr>
            <a:spLocks noGrp="1"/>
          </p:cNvSpPr>
          <p:nvPr>
            <p:ph type="title"/>
          </p:nvPr>
        </p:nvSpPr>
        <p:spPr>
          <a:xfrm>
            <a:off x="0" y="0"/>
            <a:ext cx="12192000" cy="1296537"/>
          </a:xfrm>
          <a:solidFill>
            <a:schemeClr val="accent1">
              <a:lumMod val="20000"/>
              <a:lumOff val="80000"/>
              <a:alpha val="50000"/>
            </a:schemeClr>
          </a:solidFill>
        </p:spPr>
        <p:txBody>
          <a:bodyPr lIns="720000" tIns="108000" anchor="ctr" anchorCtr="0">
            <a:normAutofit/>
          </a:bodyPr>
          <a:lstStyle>
            <a:lvl1pPr>
              <a:defRPr sz="3600"/>
            </a:lvl1pPr>
          </a:lstStyle>
          <a:p>
            <a:r>
              <a:rPr lang="en-US"/>
              <a:t>Click to edit Master title style</a:t>
            </a:r>
            <a:endParaRPr lang="en-US" dirty="0"/>
          </a:p>
        </p:txBody>
      </p:sp>
      <p:sp>
        <p:nvSpPr>
          <p:cNvPr id="14" name="Content Placeholder 2"/>
          <p:cNvSpPr>
            <a:spLocks noGrp="1"/>
          </p:cNvSpPr>
          <p:nvPr>
            <p:ph sz="half" idx="1"/>
          </p:nvPr>
        </p:nvSpPr>
        <p:spPr>
          <a:xfrm>
            <a:off x="744355" y="1812759"/>
            <a:ext cx="4954159"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3"/>
          <p:cNvSpPr>
            <a:spLocks noGrp="1"/>
          </p:cNvSpPr>
          <p:nvPr>
            <p:ph sz="half" idx="2"/>
          </p:nvPr>
        </p:nvSpPr>
        <p:spPr>
          <a:xfrm>
            <a:off x="6499901" y="1812759"/>
            <a:ext cx="4954159"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p:cNvCxnSpPr/>
          <p:nvPr userDrawn="1"/>
        </p:nvCxnSpPr>
        <p:spPr>
          <a:xfrm>
            <a:off x="-600" y="1283417"/>
            <a:ext cx="121932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userDrawn="1"/>
        </p:nvSpPr>
        <p:spPr>
          <a:xfrm>
            <a:off x="-13252" y="6536635"/>
            <a:ext cx="3074505" cy="253916"/>
          </a:xfrm>
          <a:prstGeom prst="rect">
            <a:avLst/>
          </a:prstGeom>
          <a:noFill/>
        </p:spPr>
        <p:txBody>
          <a:bodyPr wrap="square" rtlCol="0">
            <a:spAutoFit/>
          </a:bodyPr>
          <a:lstStyle/>
          <a:p>
            <a:r>
              <a:rPr lang="en-US" sz="1050" dirty="0">
                <a:solidFill>
                  <a:schemeClr val="bg1"/>
                </a:solidFill>
              </a:rPr>
              <a:t>© Kalasalingam academy of research and education</a:t>
            </a:r>
          </a:p>
        </p:txBody>
      </p:sp>
      <p:pic>
        <p:nvPicPr>
          <p:cNvPr id="3" name="Picture 2" descr="Kalasalingam Academy of Research and Education - Wikipedia"/>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26698" y="53714"/>
            <a:ext cx="1323988" cy="1210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8035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Picture with Content">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Footer Placeholder 7"/>
          <p:cNvSpPr>
            <a:spLocks noGrp="1"/>
          </p:cNvSpPr>
          <p:nvPr>
            <p:ph type="ftr" sz="quarter" idx="11"/>
          </p:nvPr>
        </p:nvSpPr>
        <p:spPr/>
        <p:txBody>
          <a:bodyPr/>
          <a:lstStyle>
            <a:lvl1pPr>
              <a:defRPr>
                <a:solidFill>
                  <a:schemeClr val="bg1"/>
                </a:solidFill>
              </a:defRPr>
            </a:lvl1pPr>
          </a:lstStyle>
          <a:p>
            <a:r>
              <a:rPr lang="en-US"/>
              <a:t>EEE18R251-Electric circuit analysis</a:t>
            </a:r>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t>‹#›</a:t>
            </a:fld>
            <a:endParaRPr lang="en-US" dirty="0"/>
          </a:p>
        </p:txBody>
      </p:sp>
      <p:sp>
        <p:nvSpPr>
          <p:cNvPr id="13" name="Title 7"/>
          <p:cNvSpPr>
            <a:spLocks noGrp="1"/>
          </p:cNvSpPr>
          <p:nvPr>
            <p:ph type="title"/>
          </p:nvPr>
        </p:nvSpPr>
        <p:spPr>
          <a:xfrm>
            <a:off x="0" y="0"/>
            <a:ext cx="12192000" cy="1296537"/>
          </a:xfrm>
          <a:solidFill>
            <a:schemeClr val="accent1">
              <a:lumMod val="20000"/>
              <a:lumOff val="80000"/>
              <a:alpha val="50000"/>
            </a:schemeClr>
          </a:solidFill>
        </p:spPr>
        <p:txBody>
          <a:bodyPr lIns="684000" tIns="108000" anchor="ctr" anchorCtr="0">
            <a:normAutofit/>
          </a:bodyPr>
          <a:lstStyle>
            <a:lvl1pPr>
              <a:defRPr sz="3600"/>
            </a:lvl1pPr>
          </a:lstStyle>
          <a:p>
            <a:r>
              <a:rPr lang="en-US"/>
              <a:t>Click to edit Master title style</a:t>
            </a:r>
            <a:endParaRPr lang="en-US" dirty="0"/>
          </a:p>
        </p:txBody>
      </p:sp>
      <p:sp>
        <p:nvSpPr>
          <p:cNvPr id="14" name="Content Placeholder 2"/>
          <p:cNvSpPr>
            <a:spLocks noGrp="1"/>
          </p:cNvSpPr>
          <p:nvPr>
            <p:ph sz="half" idx="1"/>
          </p:nvPr>
        </p:nvSpPr>
        <p:spPr>
          <a:xfrm>
            <a:off x="747981" y="1812759"/>
            <a:ext cx="10905457" cy="40884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p:cNvCxnSpPr/>
          <p:nvPr userDrawn="1"/>
        </p:nvCxnSpPr>
        <p:spPr>
          <a:xfrm>
            <a:off x="-600" y="1283417"/>
            <a:ext cx="121932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userDrawn="1"/>
        </p:nvSpPr>
        <p:spPr>
          <a:xfrm>
            <a:off x="-13252" y="6536635"/>
            <a:ext cx="3074505" cy="253916"/>
          </a:xfrm>
          <a:prstGeom prst="rect">
            <a:avLst/>
          </a:prstGeom>
          <a:noFill/>
        </p:spPr>
        <p:txBody>
          <a:bodyPr wrap="square" rtlCol="0">
            <a:spAutoFit/>
          </a:bodyPr>
          <a:lstStyle/>
          <a:p>
            <a:r>
              <a:rPr lang="en-US" sz="1050" dirty="0">
                <a:solidFill>
                  <a:schemeClr val="bg1"/>
                </a:solidFill>
              </a:rPr>
              <a:t>© Kalasalingam academy of research and education</a:t>
            </a:r>
          </a:p>
        </p:txBody>
      </p:sp>
      <p:pic>
        <p:nvPicPr>
          <p:cNvPr id="3" name="Picture 2" descr="Kalasalingam Academy of Research and Education - Wikipedia"/>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26698" y="53714"/>
            <a:ext cx="1323988" cy="1210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17967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_1">
    <p:spTree>
      <p:nvGrpSpPr>
        <p:cNvPr id="1" name=""/>
        <p:cNvGrpSpPr/>
        <p:nvPr/>
      </p:nvGrpSpPr>
      <p:grpSpPr>
        <a:xfrm>
          <a:off x="0" y="0"/>
          <a:ext cx="0" cy="0"/>
          <a:chOff x="0" y="0"/>
          <a:chExt cx="0" cy="0"/>
        </a:xfrm>
      </p:grpSpPr>
      <p:sp>
        <p:nvSpPr>
          <p:cNvPr id="8" name="Title 7"/>
          <p:cNvSpPr>
            <a:spLocks noGrp="1"/>
          </p:cNvSpPr>
          <p:nvPr>
            <p:ph type="title"/>
          </p:nvPr>
        </p:nvSpPr>
        <p:spPr>
          <a:xfrm>
            <a:off x="1097280" y="230332"/>
            <a:ext cx="10058400" cy="1450757"/>
          </a:xfrm>
        </p:spPr>
        <p:txBody>
          <a:bodyPr/>
          <a:lstStyle/>
          <a:p>
            <a:r>
              <a:rPr lang="en-US"/>
              <a:t>Click to edit Master title style</a:t>
            </a:r>
            <a:endParaRPr lang="en-US" dirty="0"/>
          </a:p>
        </p:txBody>
      </p:sp>
      <p:sp>
        <p:nvSpPr>
          <p:cNvPr id="4" name="Content Placeholder 3"/>
          <p:cNvSpPr>
            <a:spLocks noGrp="1"/>
          </p:cNvSpPr>
          <p:nvPr>
            <p:ph sz="half" idx="2"/>
          </p:nvPr>
        </p:nvSpPr>
        <p:spPr>
          <a:xfrm>
            <a:off x="1097280" y="2464540"/>
            <a:ext cx="10058400"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p:cNvSpPr>
            <a:spLocks noGrp="1"/>
          </p:cNvSpPr>
          <p:nvPr>
            <p:ph type="ftr" sz="quarter" idx="11"/>
          </p:nvPr>
        </p:nvSpPr>
        <p:spPr/>
        <p:txBody>
          <a:bodyPr/>
          <a:lstStyle>
            <a:lvl1pPr>
              <a:defRPr>
                <a:solidFill>
                  <a:schemeClr val="bg1"/>
                </a:solidFill>
              </a:defRPr>
            </a:lvl1pPr>
          </a:lstStyle>
          <a:p>
            <a:r>
              <a:rPr lang="en-US"/>
              <a:t>EEE18R251-Electric circuit analysis</a:t>
            </a:r>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t>‹#›</a:t>
            </a:fld>
            <a:endParaRPr lang="en-US" dirty="0"/>
          </a:p>
        </p:txBody>
      </p:sp>
      <p:cxnSp>
        <p:nvCxnSpPr>
          <p:cNvPr id="5" name="Straight Connector 4"/>
          <p:cNvCxnSpPr/>
          <p:nvPr userDrawn="1"/>
        </p:nvCxnSpPr>
        <p:spPr>
          <a:xfrm>
            <a:off x="0" y="1900553"/>
            <a:ext cx="12192000" cy="0"/>
          </a:xfrm>
          <a:prstGeom prst="line">
            <a:avLst/>
          </a:prstGeom>
          <a:ln>
            <a:solidFill>
              <a:srgbClr val="2626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5793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Two Content">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Footer Placeholder 2"/>
          <p:cNvSpPr>
            <a:spLocks noGrp="1"/>
          </p:cNvSpPr>
          <p:nvPr>
            <p:ph type="ftr" sz="quarter" idx="11"/>
          </p:nvPr>
        </p:nvSpPr>
        <p:spPr/>
        <p:txBody>
          <a:bodyPr/>
          <a:lstStyle>
            <a:lvl1pPr>
              <a:defRPr>
                <a:solidFill>
                  <a:schemeClr val="bg1"/>
                </a:solidFill>
              </a:defRPr>
            </a:lvl1pPr>
          </a:lstStyle>
          <a:p>
            <a:r>
              <a:rPr lang="en-US"/>
              <a:t>EEE18R251-Electric circuit analysis</a:t>
            </a:r>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
        <p:nvSpPr>
          <p:cNvPr id="7" name="Title 7"/>
          <p:cNvSpPr>
            <a:spLocks noGrp="1"/>
          </p:cNvSpPr>
          <p:nvPr>
            <p:ph type="title"/>
          </p:nvPr>
        </p:nvSpPr>
        <p:spPr>
          <a:xfrm>
            <a:off x="1097280" y="230332"/>
            <a:ext cx="10058400" cy="1450757"/>
          </a:xfrm>
        </p:spPr>
        <p:txBody>
          <a:bodyPr/>
          <a:lstStyle/>
          <a:p>
            <a:r>
              <a:rPr lang="en-US"/>
              <a:t>Click to edit Master title style</a:t>
            </a:r>
            <a:endParaRPr lang="en-US" dirty="0"/>
          </a:p>
        </p:txBody>
      </p:sp>
      <p:sp>
        <p:nvSpPr>
          <p:cNvPr id="8" name="Content Placeholder 3"/>
          <p:cNvSpPr>
            <a:spLocks noGrp="1"/>
          </p:cNvSpPr>
          <p:nvPr>
            <p:ph sz="half" idx="2"/>
          </p:nvPr>
        </p:nvSpPr>
        <p:spPr>
          <a:xfrm>
            <a:off x="1080347" y="2346008"/>
            <a:ext cx="10058400" cy="3748194"/>
          </a:xfrm>
        </p:spPr>
        <p:txBody>
          <a:bodyPr numCol="2" spcCol="540000">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p:cNvCxnSpPr/>
          <p:nvPr userDrawn="1"/>
        </p:nvCxnSpPr>
        <p:spPr>
          <a:xfrm>
            <a:off x="0" y="1900553"/>
            <a:ext cx="12192000" cy="0"/>
          </a:xfrm>
          <a:prstGeom prst="line">
            <a:avLst/>
          </a:prstGeom>
          <a:ln>
            <a:solidFill>
              <a:srgbClr val="262626"/>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userDrawn="1"/>
        </p:nvSpPr>
        <p:spPr>
          <a:xfrm>
            <a:off x="-13252" y="6536635"/>
            <a:ext cx="3074505" cy="253916"/>
          </a:xfrm>
          <a:prstGeom prst="rect">
            <a:avLst/>
          </a:prstGeom>
          <a:noFill/>
        </p:spPr>
        <p:txBody>
          <a:bodyPr wrap="square" rtlCol="0">
            <a:spAutoFit/>
          </a:bodyPr>
          <a:lstStyle/>
          <a:p>
            <a:r>
              <a:rPr lang="en-US" sz="1050" dirty="0">
                <a:solidFill>
                  <a:schemeClr val="bg1"/>
                </a:solidFill>
              </a:rPr>
              <a:t>© Kalasalingam academy of research and education</a:t>
            </a:r>
          </a:p>
        </p:txBody>
      </p:sp>
      <p:pic>
        <p:nvPicPr>
          <p:cNvPr id="13" name="Picture 2" descr="Kalasalingam Academy of Research and Education - Wikipedia"/>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26698" y="53714"/>
            <a:ext cx="1323988" cy="1210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17885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p:cNvSpPr>
            <a:spLocks noGrp="1"/>
          </p:cNvSpPr>
          <p:nvPr>
            <p:ph type="ftr" sz="quarter" idx="11"/>
          </p:nvPr>
        </p:nvSpPr>
        <p:spPr/>
        <p:txBody>
          <a:bodyPr/>
          <a:lstStyle>
            <a:lvl1pPr>
              <a:defRPr>
                <a:solidFill>
                  <a:schemeClr val="bg1"/>
                </a:solidFill>
              </a:defRPr>
            </a:lvl1pPr>
          </a:lstStyle>
          <a:p>
            <a:r>
              <a:rPr lang="en-US"/>
              <a:t>EEE18R251-Electric circuit analysis</a:t>
            </a:r>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743479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Footer Placeholder 6"/>
          <p:cNvSpPr>
            <a:spLocks noGrp="1"/>
          </p:cNvSpPr>
          <p:nvPr>
            <p:ph type="ftr" sz="quarter" idx="11"/>
          </p:nvPr>
        </p:nvSpPr>
        <p:spPr/>
        <p:txBody>
          <a:bodyPr/>
          <a:lstStyle>
            <a:lvl1pPr>
              <a:defRPr>
                <a:solidFill>
                  <a:schemeClr val="bg1"/>
                </a:solidFill>
              </a:defRPr>
            </a:lvl1pPr>
          </a:lstStyle>
          <a:p>
            <a:r>
              <a:rPr lang="en-US"/>
              <a:t>EEE18R251-Electric circuit analysis</a:t>
            </a:r>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7213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Footer Placeholder 2"/>
          <p:cNvSpPr>
            <a:spLocks noGrp="1"/>
          </p:cNvSpPr>
          <p:nvPr>
            <p:ph type="ftr" sz="quarter" idx="11"/>
          </p:nvPr>
        </p:nvSpPr>
        <p:spPr/>
        <p:txBody>
          <a:bodyPr/>
          <a:lstStyle>
            <a:lvl1pPr>
              <a:defRPr>
                <a:solidFill>
                  <a:schemeClr val="bg1"/>
                </a:solidFill>
              </a:defRPr>
            </a:lvl1pPr>
          </a:lstStyle>
          <a:p>
            <a:r>
              <a:rPr lang="en-US"/>
              <a:t>EEE18R251-Electric circuit analysis</a:t>
            </a:r>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
        <p:nvSpPr>
          <p:cNvPr id="5" name="TextBox 4"/>
          <p:cNvSpPr txBox="1"/>
          <p:nvPr userDrawn="1"/>
        </p:nvSpPr>
        <p:spPr>
          <a:xfrm>
            <a:off x="-13252" y="6536635"/>
            <a:ext cx="3074505" cy="253916"/>
          </a:xfrm>
          <a:prstGeom prst="rect">
            <a:avLst/>
          </a:prstGeom>
          <a:noFill/>
        </p:spPr>
        <p:txBody>
          <a:bodyPr wrap="square" rtlCol="0">
            <a:spAutoFit/>
          </a:bodyPr>
          <a:lstStyle/>
          <a:p>
            <a:r>
              <a:rPr lang="en-US" sz="1050" dirty="0">
                <a:solidFill>
                  <a:schemeClr val="bg1"/>
                </a:solidFill>
              </a:rPr>
              <a:t>© Kalasalingam academy of research and education</a:t>
            </a:r>
          </a:p>
        </p:txBody>
      </p:sp>
      <p:pic>
        <p:nvPicPr>
          <p:cNvPr id="7" name="Picture 2" descr="Kalasalingam Academy of Research and Education - Wikipedia"/>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26698" y="25578"/>
            <a:ext cx="1323988" cy="1210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2543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ontent with Caption">
    <p:spTree>
      <p:nvGrpSpPr>
        <p:cNvPr id="1" name=""/>
        <p:cNvGrpSpPr/>
        <p:nvPr/>
      </p:nvGrpSpPr>
      <p:grpSpPr>
        <a:xfrm>
          <a:off x="0" y="0"/>
          <a:ext cx="0" cy="0"/>
          <a:chOff x="0" y="0"/>
          <a:chExt cx="0" cy="0"/>
        </a:xfrm>
      </p:grpSpPr>
      <p:sp>
        <p:nvSpPr>
          <p:cNvPr id="8" name="Rectangle 7"/>
          <p:cNvSpPr/>
          <p:nvPr/>
        </p:nvSpPr>
        <p:spPr>
          <a:xfrm>
            <a:off x="4804496" y="0"/>
            <a:ext cx="7387504" cy="6446520"/>
          </a:xfrm>
          <a:prstGeom prst="rect">
            <a:avLst/>
          </a:prstGeom>
          <a:solidFill>
            <a:schemeClr val="accent1">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userDrawn="1"/>
        </p:nvSpPr>
        <p:spPr>
          <a:xfrm>
            <a:off x="3175" y="6400800"/>
            <a:ext cx="12188825" cy="4572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488254"/>
            <a:ext cx="3517567" cy="1087974"/>
          </a:xfrm>
        </p:spPr>
        <p:txBody>
          <a:bodyPr anchor="b">
            <a:normAutofit/>
          </a:bodyPr>
          <a:lstStyle>
            <a:lvl1pPr>
              <a:lnSpc>
                <a:spcPct val="90000"/>
              </a:lnSpc>
              <a:defRPr sz="3600" b="0">
                <a:solidFill>
                  <a:schemeClr val="accent1">
                    <a:lumMod val="50000"/>
                  </a:schemeClr>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403625" y="2038720"/>
            <a:ext cx="3517567" cy="3311706"/>
          </a:xfrm>
        </p:spPr>
        <p:txBody>
          <a:bodyPr lIns="91440" rIns="91440">
            <a:normAutofit/>
          </a:bodyPr>
          <a:lstStyle>
            <a:lvl1pPr marL="215900" indent="-215900">
              <a:spcAft>
                <a:spcPts val="0"/>
              </a:spcAft>
              <a:buFont typeface="Wingdings" panose="05000000000000000000" pitchFamily="2" charset="2"/>
              <a:buChar char="§"/>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Footer Placeholder 6"/>
          <p:cNvSpPr>
            <a:spLocks noGrp="1"/>
          </p:cNvSpPr>
          <p:nvPr>
            <p:ph type="ftr" sz="quarter" idx="11"/>
          </p:nvPr>
        </p:nvSpPr>
        <p:spPr>
          <a:xfrm>
            <a:off x="3468842" y="6446838"/>
            <a:ext cx="6818262" cy="365125"/>
          </a:xfrm>
        </p:spPr>
        <p:txBody>
          <a:bodyPr/>
          <a:lstStyle>
            <a:lvl1pPr>
              <a:defRPr>
                <a:solidFill>
                  <a:schemeClr val="bg1"/>
                </a:solidFill>
              </a:defRPr>
            </a:lvl1pPr>
          </a:lstStyle>
          <a:p>
            <a:r>
              <a:rPr lang="en-US"/>
              <a:t>EEE18R251-Electric circuit analysis</a:t>
            </a:r>
            <a:endParaRPr lang="en-US" dirty="0"/>
          </a:p>
        </p:txBody>
      </p:sp>
      <p:sp>
        <p:nvSpPr>
          <p:cNvPr id="14" name="Slide Number Placeholder 7"/>
          <p:cNvSpPr>
            <a:spLocks noGrp="1"/>
          </p:cNvSpPr>
          <p:nvPr>
            <p:ph type="sldNum" sz="quarter" idx="12"/>
          </p:nvPr>
        </p:nvSpPr>
        <p:spPr>
          <a:xfrm>
            <a:off x="10930596" y="6446838"/>
            <a:ext cx="617912" cy="365125"/>
          </a:xfrm>
        </p:spPr>
        <p:txBody>
          <a:bodyPr/>
          <a:lstStyle/>
          <a:p>
            <a:fld id="{3A98EE3D-8CD1-4C3F-BD1C-C98C9596463C}" type="slidenum">
              <a:rPr lang="en-US" smtClean="0"/>
              <a:t>‹#›</a:t>
            </a:fld>
            <a:endParaRPr lang="en-US" dirty="0"/>
          </a:p>
        </p:txBody>
      </p:sp>
      <p:sp>
        <p:nvSpPr>
          <p:cNvPr id="5" name="Picture Placeholder 4"/>
          <p:cNvSpPr>
            <a:spLocks noGrp="1"/>
          </p:cNvSpPr>
          <p:nvPr>
            <p:ph type="pic" sz="quarter" idx="14"/>
          </p:nvPr>
        </p:nvSpPr>
        <p:spPr>
          <a:xfrm>
            <a:off x="5599113" y="1692275"/>
            <a:ext cx="6592887" cy="3190875"/>
          </a:xfrm>
          <a:solidFill>
            <a:schemeClr val="bg1">
              <a:lumMod val="85000"/>
              <a:alpha val="50000"/>
            </a:schemeClr>
          </a:solidFill>
        </p:spPr>
        <p:txBody>
          <a:bodyPr anchor="ctr" anchorCtr="0"/>
          <a:lstStyle>
            <a:lvl1pPr algn="ctr">
              <a:defRPr/>
            </a:lvl1pPr>
          </a:lstStyle>
          <a:p>
            <a:r>
              <a:rPr lang="en-US"/>
              <a:t>Click icon to add picture</a:t>
            </a:r>
            <a:endParaRPr lang="ru-RU" dirty="0"/>
          </a:p>
        </p:txBody>
      </p:sp>
      <p:cxnSp>
        <p:nvCxnSpPr>
          <p:cNvPr id="16" name="Straight Connector 15"/>
          <p:cNvCxnSpPr/>
          <p:nvPr userDrawn="1"/>
        </p:nvCxnSpPr>
        <p:spPr>
          <a:xfrm>
            <a:off x="723686" y="1767848"/>
            <a:ext cx="3291840" cy="0"/>
          </a:xfrm>
          <a:prstGeom prst="line">
            <a:avLst/>
          </a:prstGeom>
          <a:ln w="15875">
            <a:solidFill>
              <a:srgbClr val="262626"/>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userDrawn="1"/>
        </p:nvSpPr>
        <p:spPr>
          <a:xfrm>
            <a:off x="-13252" y="6536635"/>
            <a:ext cx="3074505" cy="253916"/>
          </a:xfrm>
          <a:prstGeom prst="rect">
            <a:avLst/>
          </a:prstGeom>
          <a:noFill/>
        </p:spPr>
        <p:txBody>
          <a:bodyPr wrap="square" rtlCol="0">
            <a:spAutoFit/>
          </a:bodyPr>
          <a:lstStyle/>
          <a:p>
            <a:r>
              <a:rPr lang="en-US" sz="1050" dirty="0">
                <a:solidFill>
                  <a:schemeClr val="bg1"/>
                </a:solidFill>
              </a:rPr>
              <a:t>© Kalasalingam academy of research and education</a:t>
            </a:r>
          </a:p>
        </p:txBody>
      </p:sp>
    </p:spTree>
    <p:extLst>
      <p:ext uri="{BB962C8B-B14F-4D97-AF65-F5344CB8AC3E}">
        <p14:creationId xmlns:p14="http://schemas.microsoft.com/office/powerpoint/2010/main" val="40299335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2_Content with Caption">
    <p:spTree>
      <p:nvGrpSpPr>
        <p:cNvPr id="1" name=""/>
        <p:cNvGrpSpPr/>
        <p:nvPr/>
      </p:nvGrpSpPr>
      <p:grpSpPr>
        <a:xfrm>
          <a:off x="0" y="0"/>
          <a:ext cx="0" cy="0"/>
          <a:chOff x="0" y="0"/>
          <a:chExt cx="0" cy="0"/>
        </a:xfrm>
      </p:grpSpPr>
      <p:sp>
        <p:nvSpPr>
          <p:cNvPr id="5" name="Text Placeholder 4"/>
          <p:cNvSpPr>
            <a:spLocks noGrp="1"/>
          </p:cNvSpPr>
          <p:nvPr>
            <p:ph type="body" sz="quarter" idx="14" hasCustomPrompt="1"/>
          </p:nvPr>
        </p:nvSpPr>
        <p:spPr>
          <a:xfrm>
            <a:off x="5356422" y="5034909"/>
            <a:ext cx="6835291" cy="817251"/>
          </a:xfrm>
          <a:solidFill>
            <a:srgbClr val="262626"/>
          </a:solidFill>
        </p:spPr>
        <p:txBody>
          <a:bodyPr lIns="396000" tIns="0" anchor="ctr" anchorCtr="0">
            <a:normAutofit/>
          </a:bodyPr>
          <a:lstStyle>
            <a:lvl1pPr>
              <a:defRPr sz="2400">
                <a:solidFill>
                  <a:schemeClr val="accent1">
                    <a:lumMod val="40000"/>
                    <a:lumOff val="60000"/>
                  </a:schemeClr>
                </a:solidFill>
              </a:defRPr>
            </a:lvl1pPr>
            <a:lvl2pPr>
              <a:defRPr>
                <a:solidFill>
                  <a:schemeClr val="bg1"/>
                </a:solidFill>
              </a:defRPr>
            </a:lvl2pPr>
            <a:lvl3pPr>
              <a:defRPr>
                <a:solidFill>
                  <a:schemeClr val="bg1"/>
                </a:solidFill>
              </a:defRPr>
            </a:lvl3pPr>
            <a:lvl4pPr>
              <a:defRPr>
                <a:solidFill>
                  <a:schemeClr val="bg1"/>
                </a:solidFill>
              </a:defRPr>
            </a:lvl4pPr>
          </a:lstStyle>
          <a:p>
            <a:pPr lvl="0"/>
            <a:r>
              <a:rPr lang="en-US" dirty="0"/>
              <a:t>Subtitle</a:t>
            </a:r>
            <a:endParaRPr lang="ru-RU" dirty="0"/>
          </a:p>
        </p:txBody>
      </p:sp>
      <p:sp>
        <p:nvSpPr>
          <p:cNvPr id="15" name="Title 14"/>
          <p:cNvSpPr>
            <a:spLocks noGrp="1"/>
          </p:cNvSpPr>
          <p:nvPr>
            <p:ph type="title" hasCustomPrompt="1"/>
          </p:nvPr>
        </p:nvSpPr>
        <p:spPr>
          <a:xfrm>
            <a:off x="5356143" y="3975295"/>
            <a:ext cx="6835858" cy="1089350"/>
          </a:xfrm>
          <a:custGeom>
            <a:avLst/>
            <a:gdLst>
              <a:gd name="connsiteX0" fmla="*/ 0 w 6906198"/>
              <a:gd name="connsiteY0" fmla="*/ 0 h 1089350"/>
              <a:gd name="connsiteX1" fmla="*/ 6906198 w 6906198"/>
              <a:gd name="connsiteY1" fmla="*/ 0 h 1089350"/>
              <a:gd name="connsiteX2" fmla="*/ 6906198 w 6906198"/>
              <a:gd name="connsiteY2" fmla="*/ 1089350 h 1089350"/>
              <a:gd name="connsiteX3" fmla="*/ 3805731 w 6906198"/>
              <a:gd name="connsiteY3" fmla="*/ 1089350 h 1089350"/>
              <a:gd name="connsiteX4" fmla="*/ 218470 w 6906198"/>
              <a:gd name="connsiteY4" fmla="*/ 1089350 h 1089350"/>
              <a:gd name="connsiteX5" fmla="*/ 0 w 6906198"/>
              <a:gd name="connsiteY5" fmla="*/ 1089350 h 1089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06198" h="1089350">
                <a:moveTo>
                  <a:pt x="0" y="0"/>
                </a:moveTo>
                <a:lnTo>
                  <a:pt x="6906198" y="0"/>
                </a:lnTo>
                <a:lnTo>
                  <a:pt x="6906198" y="1089350"/>
                </a:lnTo>
                <a:lnTo>
                  <a:pt x="3805731" y="1089350"/>
                </a:lnTo>
                <a:lnTo>
                  <a:pt x="218470" y="1089350"/>
                </a:lnTo>
                <a:lnTo>
                  <a:pt x="0" y="1089350"/>
                </a:lnTo>
                <a:close/>
              </a:path>
            </a:pathLst>
          </a:custGeom>
          <a:solidFill>
            <a:srgbClr val="262626"/>
          </a:solidFill>
        </p:spPr>
        <p:txBody>
          <a:bodyPr wrap="square" lIns="396000" tIns="252000" anchor="t" anchorCtr="0">
            <a:noAutofit/>
          </a:bodyPr>
          <a:lstStyle>
            <a:lvl1pPr>
              <a:lnSpc>
                <a:spcPct val="90000"/>
              </a:lnSpc>
              <a:defRPr sz="3600" b="0">
                <a:solidFill>
                  <a:schemeClr val="bg1"/>
                </a:solidFill>
              </a:defRPr>
            </a:lvl1pPr>
          </a:lstStyle>
          <a:p>
            <a:r>
              <a:rPr lang="en-US" dirty="0"/>
              <a:t>First Lesson Summary</a:t>
            </a:r>
          </a:p>
        </p:txBody>
      </p:sp>
      <p:sp>
        <p:nvSpPr>
          <p:cNvPr id="11" name="Rectangle 10"/>
          <p:cNvSpPr/>
          <p:nvPr userDrawn="1"/>
        </p:nvSpPr>
        <p:spPr>
          <a:xfrm>
            <a:off x="3175" y="6400800"/>
            <a:ext cx="12188825" cy="4572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4" name="Text Placeholder 3"/>
          <p:cNvSpPr>
            <a:spLocks noGrp="1"/>
          </p:cNvSpPr>
          <p:nvPr>
            <p:ph type="body" sz="half" idx="2"/>
          </p:nvPr>
        </p:nvSpPr>
        <p:spPr>
          <a:xfrm>
            <a:off x="831035" y="67449"/>
            <a:ext cx="3998873" cy="5852160"/>
          </a:xfrm>
          <a:solidFill>
            <a:srgbClr val="262626"/>
          </a:solidFill>
        </p:spPr>
        <p:txBody>
          <a:bodyPr lIns="360000" tIns="46800" rIns="360000" anchor="ctr" anchorCtr="0">
            <a:normAutofit/>
          </a:bodyPr>
          <a:lstStyle>
            <a:lvl1pPr marL="0" indent="0">
              <a:buNone/>
              <a:defRPr lang="en-US" dirty="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Footer Placeholder 6"/>
          <p:cNvSpPr>
            <a:spLocks noGrp="1"/>
          </p:cNvSpPr>
          <p:nvPr>
            <p:ph type="ftr" sz="quarter" idx="11"/>
          </p:nvPr>
        </p:nvSpPr>
        <p:spPr>
          <a:xfrm>
            <a:off x="3691051" y="6486594"/>
            <a:ext cx="6818262" cy="365125"/>
          </a:xfrm>
        </p:spPr>
        <p:txBody>
          <a:bodyPr/>
          <a:lstStyle>
            <a:lvl1pPr>
              <a:defRPr>
                <a:solidFill>
                  <a:schemeClr val="bg1"/>
                </a:solidFill>
              </a:defRPr>
            </a:lvl1pPr>
          </a:lstStyle>
          <a:p>
            <a:r>
              <a:rPr lang="en-US"/>
              <a:t>EEE18R251-Electric circuit analysis</a:t>
            </a:r>
            <a:endParaRPr lang="en-US" dirty="0"/>
          </a:p>
        </p:txBody>
      </p:sp>
      <p:sp>
        <p:nvSpPr>
          <p:cNvPr id="14" name="Slide Number Placeholder 7"/>
          <p:cNvSpPr>
            <a:spLocks noGrp="1"/>
          </p:cNvSpPr>
          <p:nvPr>
            <p:ph type="sldNum" sz="quarter" idx="12"/>
          </p:nvPr>
        </p:nvSpPr>
        <p:spPr>
          <a:xfrm>
            <a:off x="10930596" y="6446838"/>
            <a:ext cx="617912" cy="365125"/>
          </a:xfrm>
        </p:spPr>
        <p:txBody>
          <a:bodyPr/>
          <a:lstStyle/>
          <a:p>
            <a:fld id="{3A98EE3D-8CD1-4C3F-BD1C-C98C9596463C}" type="slidenum">
              <a:rPr lang="en-US" smtClean="0"/>
              <a:t>‹#›</a:t>
            </a:fld>
            <a:endParaRPr lang="en-US" dirty="0"/>
          </a:p>
        </p:txBody>
      </p:sp>
      <p:sp>
        <p:nvSpPr>
          <p:cNvPr id="2" name="TextBox 1"/>
          <p:cNvSpPr txBox="1"/>
          <p:nvPr userDrawn="1"/>
        </p:nvSpPr>
        <p:spPr>
          <a:xfrm>
            <a:off x="-13252" y="6536635"/>
            <a:ext cx="3074505" cy="253916"/>
          </a:xfrm>
          <a:prstGeom prst="rect">
            <a:avLst/>
          </a:prstGeom>
          <a:noFill/>
        </p:spPr>
        <p:txBody>
          <a:bodyPr wrap="square" rtlCol="0">
            <a:spAutoFit/>
          </a:bodyPr>
          <a:lstStyle/>
          <a:p>
            <a:r>
              <a:rPr lang="en-US" sz="1050" dirty="0">
                <a:solidFill>
                  <a:schemeClr val="bg1"/>
                </a:solidFill>
              </a:rPr>
              <a:t>© Kalasalingam academy of research and education</a:t>
            </a:r>
          </a:p>
        </p:txBody>
      </p:sp>
    </p:spTree>
    <p:extLst>
      <p:ext uri="{BB962C8B-B14F-4D97-AF65-F5344CB8AC3E}">
        <p14:creationId xmlns:p14="http://schemas.microsoft.com/office/powerpoint/2010/main" val="17492953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chemeClr val="accent1">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a:xfrm>
            <a:off x="3694706" y="6446838"/>
            <a:ext cx="6818262" cy="365125"/>
          </a:xfrm>
        </p:spPr>
        <p:txBody>
          <a:bodyPr/>
          <a:lstStyle/>
          <a:p>
            <a:pPr algn="l"/>
            <a:r>
              <a:rPr lang="en-US"/>
              <a:t>EEE18R251-Electric circuit analysis</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0" name="TextBox 9"/>
          <p:cNvSpPr txBox="1"/>
          <p:nvPr userDrawn="1"/>
        </p:nvSpPr>
        <p:spPr>
          <a:xfrm>
            <a:off x="-13252" y="6536635"/>
            <a:ext cx="3074505" cy="253916"/>
          </a:xfrm>
          <a:prstGeom prst="rect">
            <a:avLst/>
          </a:prstGeom>
          <a:noFill/>
        </p:spPr>
        <p:txBody>
          <a:bodyPr wrap="square" rtlCol="0">
            <a:spAutoFit/>
          </a:bodyPr>
          <a:lstStyle/>
          <a:p>
            <a:r>
              <a:rPr lang="en-US" sz="1050" dirty="0">
                <a:solidFill>
                  <a:schemeClr val="bg1"/>
                </a:solidFill>
              </a:rPr>
              <a:t>© Kalasalingam academy of research and education</a:t>
            </a:r>
          </a:p>
        </p:txBody>
      </p:sp>
    </p:spTree>
    <p:extLst>
      <p:ext uri="{BB962C8B-B14F-4D97-AF65-F5344CB8AC3E}">
        <p14:creationId xmlns:p14="http://schemas.microsoft.com/office/powerpoint/2010/main" val="9831957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245225"/>
            <a:ext cx="2844800" cy="476250"/>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GB" sz="1400" b="0" i="0" u="none" strike="noStrike" kern="1200" cap="none" spc="0" normalizeH="0" baseline="0" noProof="0">
              <a:ln>
                <a:noFill/>
              </a:ln>
              <a:solidFill>
                <a:schemeClr val="tx1"/>
              </a:solidFill>
              <a:effectLst/>
              <a:uLnTx/>
              <a:uFillTx/>
              <a:latin typeface="Arial" panose="020B0604020202020204" pitchFamily="34" charset="0"/>
              <a:ea typeface="Arial" panose="020B0604020202020204" pitchFamily="34" charset="0"/>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GB" sz="1400" b="0" i="0" u="none" strike="noStrike" kern="1200" cap="none" spc="0" normalizeH="0" baseline="0" noProof="0">
                <a:ln>
                  <a:noFill/>
                </a:ln>
                <a:solidFill>
                  <a:schemeClr val="tx1"/>
                </a:solidFill>
                <a:effectLst/>
                <a:uLnTx/>
                <a:uFillTx/>
                <a:latin typeface="Arial" panose="020B0604020202020204" pitchFamily="34" charset="0"/>
                <a:ea typeface="Arial" panose="020B0604020202020204" pitchFamily="34" charset="0"/>
                <a:cs typeface="Arial" panose="020B0604020202020204" pitchFamily="34" charset="0"/>
              </a:rPr>
              <a:t>EEE18R251-Electric circuit analysis</a:t>
            </a: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GB" dirty="0">
                <a:latin typeface="Arial" panose="020B0604020202020204" pitchFamily="34" charset="0"/>
                <a:cs typeface="Arial" panose="020B0604020202020204" pitchFamily="34" charset="0"/>
              </a:rPr>
              <a:t>‹#›</a:t>
            </a:fld>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88662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5B6B66A3-270B-4763-8991-9E89E3D53D1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7" name="Rectangle 5">
            <a:extLst>
              <a:ext uri="{FF2B5EF4-FFF2-40B4-BE49-F238E27FC236}">
                <a16:creationId xmlns:a16="http://schemas.microsoft.com/office/drawing/2014/main" id="{26DAB43D-9D41-46BF-8021-6603FEAE8930}"/>
              </a:ext>
            </a:extLst>
          </p:cNvPr>
          <p:cNvSpPr>
            <a:spLocks noGrp="1" noChangeArrowheads="1"/>
          </p:cNvSpPr>
          <p:nvPr>
            <p:ph type="ftr" sz="quarter" idx="11"/>
          </p:nvPr>
        </p:nvSpPr>
        <p:spPr>
          <a:ln/>
        </p:spPr>
        <p:txBody>
          <a:bodyPr/>
          <a:lstStyle>
            <a:lvl1pPr>
              <a:defRPr/>
            </a:lvl1pPr>
          </a:lstStyle>
          <a:p>
            <a:pPr>
              <a:defRPr/>
            </a:pPr>
            <a:r>
              <a:rPr lang="en-US" altLang="en-US"/>
              <a:t>EEE18R251-Electric circuit analysis</a:t>
            </a:r>
          </a:p>
        </p:txBody>
      </p:sp>
      <p:sp>
        <p:nvSpPr>
          <p:cNvPr id="8" name="Rectangle 6">
            <a:extLst>
              <a:ext uri="{FF2B5EF4-FFF2-40B4-BE49-F238E27FC236}">
                <a16:creationId xmlns:a16="http://schemas.microsoft.com/office/drawing/2014/main" id="{DDD07473-A7DA-4C6D-9D16-CFAEE3C922B1}"/>
              </a:ext>
            </a:extLst>
          </p:cNvPr>
          <p:cNvSpPr>
            <a:spLocks noGrp="1" noChangeArrowheads="1"/>
          </p:cNvSpPr>
          <p:nvPr>
            <p:ph type="sldNum" sz="quarter" idx="12"/>
          </p:nvPr>
        </p:nvSpPr>
        <p:spPr>
          <a:ln/>
        </p:spPr>
        <p:txBody>
          <a:bodyPr/>
          <a:lstStyle>
            <a:lvl1pPr>
              <a:defRPr/>
            </a:lvl1pPr>
          </a:lstStyle>
          <a:p>
            <a:fld id="{9A1E4DBF-2CEB-4E59-AD90-C221E90C3E2A}" type="slidenum">
              <a:rPr lang="en-US" altLang="en-US"/>
              <a:pPr/>
              <a:t>‹#›</a:t>
            </a:fld>
            <a:endParaRPr lang="en-US" altLang="en-US"/>
          </a:p>
        </p:txBody>
      </p:sp>
    </p:spTree>
    <p:extLst>
      <p:ext uri="{BB962C8B-B14F-4D97-AF65-F5344CB8AC3E}">
        <p14:creationId xmlns:p14="http://schemas.microsoft.com/office/powerpoint/2010/main" val="422582557"/>
      </p:ext>
    </p:extLst>
  </p:cSld>
  <p:clrMapOvr>
    <a:masterClrMapping/>
  </p:clrMapOvr>
  <p:transition>
    <p:push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8D5443-BBE3-48CF-A66C-237D5C9C56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75EB17-1BBA-413E-A29F-FC1BF695BB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E55650-0070-44A5-9058-03AC52EE8E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0C9BEC-6785-414B-857B-687B2AD3D14F}" type="datetimeFigureOut">
              <a:rPr lang="en-IN" smtClean="0"/>
              <a:t>28-01-2025</a:t>
            </a:fld>
            <a:endParaRPr lang="en-IN"/>
          </a:p>
        </p:txBody>
      </p:sp>
      <p:sp>
        <p:nvSpPr>
          <p:cNvPr id="5" name="Footer Placeholder 4">
            <a:extLst>
              <a:ext uri="{FF2B5EF4-FFF2-40B4-BE49-F238E27FC236}">
                <a16:creationId xmlns:a16="http://schemas.microsoft.com/office/drawing/2014/main" id="{3FC67224-FDF7-4945-9B9E-BF39C09144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1E3A05F-4E6B-45C6-ACC7-160BA9EDB1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824FE2-0BE4-4B92-82F9-17920EA2B879}" type="slidenum">
              <a:rPr lang="en-IN" smtClean="0"/>
              <a:t>‹#›</a:t>
            </a:fld>
            <a:endParaRPr lang="en-IN"/>
          </a:p>
        </p:txBody>
      </p:sp>
    </p:spTree>
    <p:extLst>
      <p:ext uri="{BB962C8B-B14F-4D97-AF65-F5344CB8AC3E}">
        <p14:creationId xmlns:p14="http://schemas.microsoft.com/office/powerpoint/2010/main" val="20062276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3252" y="6400800"/>
            <a:ext cx="12165496" cy="4572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Placeholder 1"/>
          <p:cNvSpPr>
            <a:spLocks noGrp="1"/>
          </p:cNvSpPr>
          <p:nvPr>
            <p:ph type="title"/>
          </p:nvPr>
        </p:nvSpPr>
        <p:spPr>
          <a:xfrm>
            <a:off x="1097280" y="286603"/>
            <a:ext cx="9398442"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3468842" y="6473341"/>
            <a:ext cx="6818262" cy="365125"/>
          </a:xfrm>
          <a:prstGeom prst="rect">
            <a:avLst/>
          </a:prstGeom>
        </p:spPr>
        <p:txBody>
          <a:bodyPr vert="horz" lIns="91440" tIns="45720" rIns="91440" bIns="45720" rtlCol="0" anchor="ctr"/>
          <a:lstStyle>
            <a:lvl1pPr algn="l">
              <a:defRPr sz="900" cap="all" baseline="0">
                <a:solidFill>
                  <a:schemeClr val="bg1"/>
                </a:solidFill>
              </a:defRPr>
            </a:lvl1pPr>
          </a:lstStyle>
          <a:p>
            <a:r>
              <a:rPr lang="en-US"/>
              <a:t>EEE18R251-Electric circuit analysis</a:t>
            </a:r>
            <a:endParaRPr lang="en-US" dirty="0"/>
          </a:p>
        </p:txBody>
      </p:sp>
      <p:sp>
        <p:nvSpPr>
          <p:cNvPr id="6" name="Slide Number Placeholder 5"/>
          <p:cNvSpPr>
            <a:spLocks noGrp="1"/>
          </p:cNvSpPr>
          <p:nvPr>
            <p:ph type="sldNum" sz="quarter" idx="4"/>
          </p:nvPr>
        </p:nvSpPr>
        <p:spPr>
          <a:xfrm>
            <a:off x="10930596" y="6446838"/>
            <a:ext cx="617912" cy="365125"/>
          </a:xfrm>
          <a:prstGeom prst="rect">
            <a:avLst/>
          </a:prstGeom>
        </p:spPr>
        <p:txBody>
          <a:bodyPr vert="horz" lIns="91440" tIns="45720" rIns="91440" bIns="45720" rtlCol="0" anchor="ctr"/>
          <a:lstStyle>
            <a:lvl1pPr algn="r">
              <a:defRPr sz="1050">
                <a:solidFill>
                  <a:srgbClr val="FFFFFF"/>
                </a:solidFill>
              </a:defRPr>
            </a:lvl1pPr>
          </a:lstStyle>
          <a:p>
            <a:fld id="{3A98EE3D-8CD1-4C3F-BD1C-C98C9596463C}" type="slidenum">
              <a:rPr lang="en-US" smtClean="0"/>
              <a:t>‹#›</a:t>
            </a:fld>
            <a:endParaRPr lang="en-US" dirty="0"/>
          </a:p>
        </p:txBody>
      </p:sp>
      <p:cxnSp>
        <p:nvCxnSpPr>
          <p:cNvPr id="10" name="Straight Connector 9"/>
          <p:cNvCxnSpPr/>
          <p:nvPr/>
        </p:nvCxnSpPr>
        <p:spPr>
          <a:xfrm>
            <a:off x="1193532" y="1897380"/>
            <a:ext cx="9966960" cy="0"/>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Picture 2" descr="Kalasalingam Academy of Research and Education - Wikipedia"/>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0826698" y="53714"/>
            <a:ext cx="1323988" cy="121070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userDrawn="1"/>
        </p:nvSpPr>
        <p:spPr>
          <a:xfrm>
            <a:off x="-13252" y="6536635"/>
            <a:ext cx="3074505" cy="253916"/>
          </a:xfrm>
          <a:prstGeom prst="rect">
            <a:avLst/>
          </a:prstGeom>
          <a:noFill/>
        </p:spPr>
        <p:txBody>
          <a:bodyPr wrap="square" rtlCol="0">
            <a:spAutoFit/>
          </a:bodyPr>
          <a:lstStyle/>
          <a:p>
            <a:r>
              <a:rPr lang="en-US" sz="1050" dirty="0">
                <a:solidFill>
                  <a:schemeClr val="bg1"/>
                </a:solidFill>
              </a:rPr>
              <a:t>© Kalasalingam academy of research and education</a:t>
            </a:r>
          </a:p>
        </p:txBody>
      </p:sp>
    </p:spTree>
    <p:extLst>
      <p:ext uri="{BB962C8B-B14F-4D97-AF65-F5344CB8AC3E}">
        <p14:creationId xmlns:p14="http://schemas.microsoft.com/office/powerpoint/2010/main" val="23369531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sldNum="0" hdr="0" dt="0"/>
  <p:txStyles>
    <p:titleStyle>
      <a:lvl1pPr algn="l" defTabSz="914400" rtl="0" eaLnBrk="1" latinLnBrk="0" hangingPunct="1">
        <a:lnSpc>
          <a:spcPct val="90000"/>
        </a:lnSpc>
        <a:spcBef>
          <a:spcPct val="0"/>
        </a:spcBef>
        <a:buNone/>
        <a:defRPr sz="3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hyperlink" Target="https://re.jrc.ec.europa.eu/pvg_tools/en/" TargetMode="External"/><Relationship Id="rId2" Type="http://schemas.openxmlformats.org/officeDocument/2006/relationships/notesSlide" Target="../notesSlides/notesSlide3.xml"/><Relationship Id="rId1" Type="http://schemas.openxmlformats.org/officeDocument/2006/relationships/slideLayout" Target="../slideLayouts/slideLayout24.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4.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0"/>
          <p:cNvSpPr txBox="1">
            <a:spLocks noGrp="1"/>
          </p:cNvSpPr>
          <p:nvPr>
            <p:ph type="title"/>
          </p:nvPr>
        </p:nvSpPr>
        <p:spPr>
          <a:xfrm>
            <a:off x="1219200" y="374767"/>
            <a:ext cx="10473200" cy="2252800"/>
          </a:xfrm>
          <a:prstGeom prst="rect">
            <a:avLst/>
          </a:prstGeom>
          <a:noFill/>
          <a:ln>
            <a:noFill/>
          </a:ln>
        </p:spPr>
        <p:txBody>
          <a:bodyPr spcFirstLastPara="1" vert="horz" wrap="square" lIns="121900" tIns="60933" rIns="121900" bIns="60933" rtlCol="0" anchor="ctr" anchorCtr="0">
            <a:normAutofit fontScale="90000"/>
          </a:bodyPr>
          <a:lstStyle/>
          <a:p>
            <a:pPr algn="ctr">
              <a:spcBef>
                <a:spcPts val="0"/>
              </a:spcBef>
              <a:buClr>
                <a:srgbClr val="FF0000"/>
              </a:buClr>
              <a:buSzPct val="100000"/>
            </a:pPr>
            <a:br>
              <a:rPr lang="en" dirty="0">
                <a:solidFill>
                  <a:srgbClr val="FF0000"/>
                </a:solidFill>
                <a:latin typeface="Arial"/>
                <a:ea typeface="Arial"/>
                <a:cs typeface="Arial"/>
                <a:sym typeface="Arial"/>
              </a:rPr>
            </a:br>
            <a:endParaRPr dirty="0">
              <a:solidFill>
                <a:srgbClr val="FF0000"/>
              </a:solidFill>
              <a:latin typeface="Arial"/>
              <a:ea typeface="Arial"/>
              <a:cs typeface="Arial"/>
              <a:sym typeface="Arial"/>
            </a:endParaRPr>
          </a:p>
          <a:p>
            <a:pPr algn="ctr">
              <a:spcBef>
                <a:spcPts val="0"/>
              </a:spcBef>
              <a:buClr>
                <a:srgbClr val="FF0000"/>
              </a:buClr>
              <a:buSzPct val="129411"/>
            </a:pPr>
            <a:br>
              <a:rPr lang="en" sz="2400" dirty="0">
                <a:solidFill>
                  <a:srgbClr val="3C78D8"/>
                </a:solidFill>
                <a:latin typeface="Impact"/>
                <a:ea typeface="Impact"/>
                <a:cs typeface="Impact"/>
                <a:sym typeface="Impact"/>
              </a:rPr>
            </a:br>
            <a:r>
              <a:rPr lang="en" sz="2400" dirty="0">
                <a:solidFill>
                  <a:srgbClr val="3C78D8"/>
                </a:solidFill>
                <a:latin typeface="Impact"/>
                <a:ea typeface="Impact"/>
                <a:cs typeface="Impact"/>
                <a:sym typeface="Impact"/>
              </a:rPr>
              <a:t> </a:t>
            </a:r>
            <a:br>
              <a:rPr lang="en" dirty="0">
                <a:solidFill>
                  <a:srgbClr val="FF0000"/>
                </a:solidFill>
                <a:latin typeface="Arial"/>
                <a:ea typeface="Arial"/>
                <a:cs typeface="Arial"/>
                <a:sym typeface="Arial"/>
              </a:rPr>
            </a:br>
            <a:endParaRPr dirty="0">
              <a:solidFill>
                <a:srgbClr val="FF0000"/>
              </a:solidFill>
              <a:latin typeface="Arial"/>
              <a:ea typeface="Arial"/>
              <a:cs typeface="Arial"/>
              <a:sym typeface="Arial"/>
            </a:endParaRPr>
          </a:p>
        </p:txBody>
      </p:sp>
      <p:sp>
        <p:nvSpPr>
          <p:cNvPr id="250" name="Google Shape;250;p40"/>
          <p:cNvSpPr txBox="1">
            <a:spLocks noGrp="1"/>
          </p:cNvSpPr>
          <p:nvPr>
            <p:ph type="body" idx="1"/>
          </p:nvPr>
        </p:nvSpPr>
        <p:spPr>
          <a:xfrm>
            <a:off x="1303336" y="2136400"/>
            <a:ext cx="9982199" cy="2585200"/>
          </a:xfrm>
          <a:prstGeom prst="rect">
            <a:avLst/>
          </a:prstGeom>
          <a:noFill/>
          <a:ln>
            <a:noFill/>
          </a:ln>
        </p:spPr>
        <p:txBody>
          <a:bodyPr spcFirstLastPara="1" vert="horz" wrap="square" lIns="121900" tIns="60933" rIns="121900" bIns="60933" rtlCol="0" anchor="t" anchorCtr="0">
            <a:normAutofit/>
          </a:bodyPr>
          <a:lstStyle/>
          <a:p>
            <a:pPr marL="237061" indent="-237061" algn="ctr">
              <a:spcBef>
                <a:spcPts val="0"/>
              </a:spcBef>
              <a:buClr>
                <a:srgbClr val="FF0000"/>
              </a:buClr>
              <a:buSzPts val="2100"/>
              <a:buNone/>
            </a:pPr>
            <a:r>
              <a:rPr lang="en-US" sz="4267" b="1" dirty="0">
                <a:solidFill>
                  <a:srgbClr val="FF0000"/>
                </a:solidFill>
                <a:latin typeface="Arial"/>
                <a:ea typeface="Arial"/>
                <a:cs typeface="Arial"/>
                <a:sym typeface="Arial"/>
              </a:rPr>
              <a:t>Economic analysis of Solar PV</a:t>
            </a:r>
          </a:p>
          <a:p>
            <a:pPr marL="457189" indent="-457189" algn="ctr">
              <a:spcBef>
                <a:spcPts val="0"/>
              </a:spcBef>
              <a:buClr>
                <a:srgbClr val="FF00FF"/>
              </a:buClr>
              <a:buSzPct val="100000"/>
              <a:buNone/>
            </a:pPr>
            <a:endParaRPr lang="en" b="1" dirty="0">
              <a:solidFill>
                <a:srgbClr val="FF00FF"/>
              </a:solidFill>
              <a:latin typeface="Arial"/>
              <a:ea typeface="Arial"/>
              <a:cs typeface="Arial"/>
              <a:sym typeface="Arial"/>
            </a:endParaRPr>
          </a:p>
          <a:p>
            <a:pPr marL="457189" indent="-457189" algn="ctr">
              <a:spcBef>
                <a:spcPts val="853"/>
              </a:spcBef>
              <a:buClr>
                <a:srgbClr val="7030A0"/>
              </a:buClr>
              <a:buSzPct val="100000"/>
              <a:buNone/>
            </a:pPr>
            <a:r>
              <a:rPr lang="en" dirty="0">
                <a:solidFill>
                  <a:srgbClr val="7030A0"/>
                </a:solidFill>
                <a:latin typeface="Arial"/>
                <a:ea typeface="Arial"/>
                <a:cs typeface="Arial"/>
                <a:sym typeface="Arial"/>
              </a:rPr>
              <a:t>M.Karuppasamypandiyan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7AE4B396-287A-4474-B933-212E806AE571}"/>
              </a:ext>
            </a:extLst>
          </p:cNvPr>
          <p:cNvSpPr>
            <a:spLocks noGrp="1" noChangeArrowheads="1"/>
          </p:cNvSpPr>
          <p:nvPr>
            <p:ph type="title"/>
          </p:nvPr>
        </p:nvSpPr>
        <p:spPr/>
        <p:txBody>
          <a:bodyPr/>
          <a:lstStyle/>
          <a:p>
            <a:pPr algn="ctr" eaLnBrk="1" hangingPunct="1"/>
            <a:r>
              <a:rPr lang="en-US" altLang="en-US" b="1" dirty="0">
                <a:solidFill>
                  <a:srgbClr val="FF0000"/>
                </a:solidFill>
                <a:latin typeface="Arial Black" panose="020B0A04020102020204" pitchFamily="34" charset="0"/>
              </a:rPr>
              <a:t> Technical Metrics</a:t>
            </a:r>
          </a:p>
        </p:txBody>
      </p:sp>
      <p:sp>
        <p:nvSpPr>
          <p:cNvPr id="3" name="Content Placeholder 2">
            <a:extLst>
              <a:ext uri="{FF2B5EF4-FFF2-40B4-BE49-F238E27FC236}">
                <a16:creationId xmlns:a16="http://schemas.microsoft.com/office/drawing/2014/main" id="{2404863F-48AC-CAC5-6A36-F6182EFB3DF4}"/>
              </a:ext>
            </a:extLst>
          </p:cNvPr>
          <p:cNvSpPr>
            <a:spLocks noGrp="1"/>
          </p:cNvSpPr>
          <p:nvPr>
            <p:ph idx="1"/>
          </p:nvPr>
        </p:nvSpPr>
        <p:spPr/>
        <p:txBody>
          <a:bodyPr>
            <a:normAutofit/>
          </a:bodyPr>
          <a:lstStyle/>
          <a:p>
            <a:r>
              <a:rPr lang="en-IN" sz="3200" dirty="0">
                <a:solidFill>
                  <a:schemeClr val="accent1"/>
                </a:solidFill>
              </a:rPr>
              <a:t> Yield Factor (YF):</a:t>
            </a:r>
          </a:p>
          <a:p>
            <a:pPr lvl="2" algn="just">
              <a:buFont typeface="Arial" panose="020B0604020202020204" pitchFamily="34" charset="0"/>
              <a:buChar char="•"/>
            </a:pPr>
            <a:r>
              <a:rPr lang="en-US" sz="2400" dirty="0"/>
              <a:t>Yield factor is the total energy produced by a PV system over one month or year. </a:t>
            </a:r>
          </a:p>
          <a:p>
            <a:pPr lvl="2" algn="just">
              <a:buFont typeface="Arial" panose="020B0604020202020204" pitchFamily="34" charset="0"/>
              <a:buChar char="•"/>
            </a:pPr>
            <a:r>
              <a:rPr lang="en-US" sz="2400" dirty="0"/>
              <a:t>Because of the various module efficiencies and array designs, the yield factor is used to measure the system’s productivity. </a:t>
            </a:r>
          </a:p>
          <a:p>
            <a:pPr lvl="2" algn="just">
              <a:buFont typeface="Arial" panose="020B0604020202020204" pitchFamily="34" charset="0"/>
              <a:buChar char="•"/>
            </a:pPr>
            <a:r>
              <a:rPr lang="en-US" sz="2400" dirty="0"/>
              <a:t>Yield factor is measured in kWh/</a:t>
            </a:r>
            <a:r>
              <a:rPr lang="en-US" sz="2400" dirty="0" err="1"/>
              <a:t>kWp</a:t>
            </a:r>
            <a:r>
              <a:rPr lang="en-US" sz="2400" dirty="0"/>
              <a:t>, by dividing the energy yield by the PV array’s nominal power</a:t>
            </a:r>
          </a:p>
          <a:p>
            <a:pPr lvl="2" algn="just">
              <a:buFont typeface="Arial" panose="020B0604020202020204" pitchFamily="34" charset="0"/>
              <a:buChar char="•"/>
            </a:pPr>
            <a:endParaRPr lang="en-US" sz="1800" dirty="0"/>
          </a:p>
          <a:p>
            <a:pPr lvl="2" algn="just">
              <a:buFont typeface="Arial" panose="020B0604020202020204" pitchFamily="34" charset="0"/>
              <a:buChar char="•"/>
            </a:pPr>
            <a:endParaRPr lang="en-US" sz="1800" dirty="0"/>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6FFDC50-A7FD-9B2C-CA02-6AF0BDA26CA5}"/>
                  </a:ext>
                </a:extLst>
              </p:cNvPr>
              <p:cNvSpPr txBox="1"/>
              <p:nvPr/>
            </p:nvSpPr>
            <p:spPr>
              <a:xfrm>
                <a:off x="3045759" y="5140175"/>
                <a:ext cx="6100482" cy="7289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𝑌</m:t>
                      </m:r>
                      <m:r>
                        <a:rPr lang="en-IN" i="1" smtClean="0">
                          <a:latin typeface="Cambria Math" panose="02040503050406030204" pitchFamily="18" charset="0"/>
                        </a:rPr>
                        <m:t>𝐹</m:t>
                      </m:r>
                      <m:r>
                        <a:rPr lang="en-IN" i="0">
                          <a:latin typeface="Cambria Math" panose="02040503050406030204" pitchFamily="18" charset="0"/>
                        </a:rPr>
                        <m:t>=</m:t>
                      </m:r>
                      <m:f>
                        <m:fPr>
                          <m:ctrlPr>
                            <a:rPr lang="en-IN" i="1">
                              <a:solidFill>
                                <a:srgbClr val="836967"/>
                              </a:solidFill>
                              <a:latin typeface="Cambria Math" panose="02040503050406030204" pitchFamily="18" charset="0"/>
                            </a:rPr>
                          </m:ctrlPr>
                        </m:fPr>
                        <m:num>
                          <m:r>
                            <a:rPr lang="en-IN" i="1">
                              <a:latin typeface="Cambria Math" panose="02040503050406030204" pitchFamily="18" charset="0"/>
                            </a:rPr>
                            <m:t>𝐸𝑛𝑒𝑟𝑔𝑦</m:t>
                          </m:r>
                          <m:r>
                            <a:rPr lang="en-IN" i="0">
                              <a:latin typeface="Cambria Math" panose="02040503050406030204" pitchFamily="18" charset="0"/>
                            </a:rPr>
                            <m:t> </m:t>
                          </m:r>
                          <m:r>
                            <a:rPr lang="en-IN" i="1">
                              <a:latin typeface="Cambria Math" panose="02040503050406030204" pitchFamily="18" charset="0"/>
                            </a:rPr>
                            <m:t>𝑃𝑟𝑜𝑑𝑢𝑐𝑒𝑑</m:t>
                          </m:r>
                          <m:r>
                            <a:rPr lang="en-IN" i="0">
                              <a:latin typeface="Cambria Math" panose="02040503050406030204" pitchFamily="18" charset="0"/>
                            </a:rPr>
                            <m:t> </m:t>
                          </m:r>
                          <m:r>
                            <a:rPr lang="en-IN" i="1">
                              <a:latin typeface="Cambria Math" panose="02040503050406030204" pitchFamily="18" charset="0"/>
                            </a:rPr>
                            <m:t>𝑓𝑟𝑜𝑚</m:t>
                          </m:r>
                          <m:r>
                            <a:rPr lang="en-IN" i="0">
                              <a:latin typeface="Cambria Math" panose="02040503050406030204" pitchFamily="18" charset="0"/>
                            </a:rPr>
                            <m:t> </m:t>
                          </m:r>
                          <m:r>
                            <a:rPr lang="en-IN" i="1">
                              <a:latin typeface="Cambria Math" panose="02040503050406030204" pitchFamily="18" charset="0"/>
                            </a:rPr>
                            <m:t>𝑠𝑜𝑙𝑎𝑟</m:t>
                          </m:r>
                          <m:r>
                            <a:rPr lang="en-IN" i="0">
                              <a:latin typeface="Cambria Math" panose="02040503050406030204" pitchFamily="18" charset="0"/>
                            </a:rPr>
                            <m:t> </m:t>
                          </m:r>
                          <m:r>
                            <a:rPr lang="en-IN" i="1">
                              <a:latin typeface="Cambria Math" panose="02040503050406030204" pitchFamily="18" charset="0"/>
                            </a:rPr>
                            <m:t>𝑃𝑉</m:t>
                          </m:r>
                          <m:r>
                            <a:rPr lang="en-IN" i="0">
                              <a:latin typeface="Cambria Math" panose="02040503050406030204" pitchFamily="18" charset="0"/>
                            </a:rPr>
                            <m:t>   </m:t>
                          </m:r>
                          <m:d>
                            <m:dPr>
                              <m:ctrlPr>
                                <a:rPr lang="en-IN" i="1">
                                  <a:latin typeface="Cambria Math" panose="02040503050406030204" pitchFamily="18" charset="0"/>
                                </a:rPr>
                              </m:ctrlPr>
                            </m:dPr>
                            <m:e>
                              <m:r>
                                <a:rPr lang="en-IN" i="1">
                                  <a:latin typeface="Cambria Math" panose="02040503050406030204" pitchFamily="18" charset="0"/>
                                </a:rPr>
                                <m:t>𝐾𝑤</m:t>
                              </m:r>
                              <m:f>
                                <m:fPr>
                                  <m:type m:val="lin"/>
                                  <m:ctrlPr>
                                    <a:rPr lang="en-IN" i="1">
                                      <a:latin typeface="Cambria Math" panose="02040503050406030204" pitchFamily="18" charset="0"/>
                                    </a:rPr>
                                  </m:ctrlPr>
                                </m:fPr>
                                <m:num>
                                  <m:r>
                                    <a:rPr lang="en-IN" i="1">
                                      <a:latin typeface="Cambria Math" panose="02040503050406030204" pitchFamily="18" charset="0"/>
                                    </a:rPr>
                                    <m:t>h</m:t>
                                  </m:r>
                                </m:num>
                                <m:den>
                                  <m:r>
                                    <a:rPr lang="en-IN" i="1">
                                      <a:latin typeface="Cambria Math" panose="02040503050406030204" pitchFamily="18" charset="0"/>
                                    </a:rPr>
                                    <m:t>𝑌</m:t>
                                  </m:r>
                                </m:den>
                              </m:f>
                              <m:r>
                                <a:rPr lang="en-IN" i="1">
                                  <a:latin typeface="Cambria Math" panose="02040503050406030204" pitchFamily="18" charset="0"/>
                                </a:rPr>
                                <m:t>𝑒𝑎𝑟</m:t>
                              </m:r>
                            </m:e>
                          </m:d>
                          <m:r>
                            <a:rPr lang="en-IN" i="0">
                              <a:latin typeface="Cambria Math" panose="02040503050406030204" pitchFamily="18" charset="0"/>
                            </a:rPr>
                            <m:t> </m:t>
                          </m:r>
                        </m:num>
                        <m:den>
                          <m:r>
                            <a:rPr lang="en-IN" i="1">
                              <a:latin typeface="Cambria Math" panose="02040503050406030204" pitchFamily="18" charset="0"/>
                            </a:rPr>
                            <m:t>𝑃𝑉</m:t>
                          </m:r>
                          <m:r>
                            <a:rPr lang="en-IN" i="0">
                              <a:latin typeface="Cambria Math" panose="02040503050406030204" pitchFamily="18" charset="0"/>
                            </a:rPr>
                            <m:t> </m:t>
                          </m:r>
                          <m:r>
                            <a:rPr lang="en-IN" i="1">
                              <a:latin typeface="Cambria Math" panose="02040503050406030204" pitchFamily="18" charset="0"/>
                            </a:rPr>
                            <m:t>𝑎𝑟𝑟𝑎𝑦</m:t>
                          </m:r>
                          <m:r>
                            <a:rPr lang="en-IN" i="0">
                              <a:latin typeface="Cambria Math" panose="02040503050406030204" pitchFamily="18" charset="0"/>
                            </a:rPr>
                            <m:t> </m:t>
                          </m:r>
                          <m:r>
                            <a:rPr lang="en-IN" i="1">
                              <a:latin typeface="Cambria Math" panose="02040503050406030204" pitchFamily="18" charset="0"/>
                            </a:rPr>
                            <m:t>𝑁𝑜𝑚𝑖𝑛𝑎𝑙</m:t>
                          </m:r>
                          <m:r>
                            <a:rPr lang="en-IN" i="0">
                              <a:latin typeface="Cambria Math" panose="02040503050406030204" pitchFamily="18" charset="0"/>
                            </a:rPr>
                            <m:t> </m:t>
                          </m:r>
                          <m:r>
                            <a:rPr lang="en-IN" i="1">
                              <a:latin typeface="Cambria Math" panose="02040503050406030204" pitchFamily="18" charset="0"/>
                            </a:rPr>
                            <m:t>𝑃𝑜𝑤𝑒𝑟</m:t>
                          </m:r>
                          <m:r>
                            <a:rPr lang="en-IN" i="0">
                              <a:latin typeface="Cambria Math" panose="02040503050406030204" pitchFamily="18" charset="0"/>
                            </a:rPr>
                            <m:t> </m:t>
                          </m:r>
                          <m:d>
                            <m:dPr>
                              <m:ctrlPr>
                                <a:rPr lang="en-IN" i="1">
                                  <a:latin typeface="Cambria Math" panose="02040503050406030204" pitchFamily="18" charset="0"/>
                                </a:rPr>
                              </m:ctrlPr>
                            </m:dPr>
                            <m:e>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𝐾𝑊</m:t>
                                  </m:r>
                                </m:e>
                                <m:sub>
                                  <m:r>
                                    <a:rPr lang="en-IN" i="1">
                                      <a:latin typeface="Cambria Math" panose="02040503050406030204" pitchFamily="18" charset="0"/>
                                    </a:rPr>
                                    <m:t>𝑝𝑒𝑎𝑘</m:t>
                                  </m:r>
                                </m:sub>
                              </m:sSub>
                            </m:e>
                          </m:d>
                        </m:den>
                      </m:f>
                    </m:oMath>
                  </m:oMathPara>
                </a14:m>
                <a:endParaRPr lang="en-IN" dirty="0"/>
              </a:p>
            </p:txBody>
          </p:sp>
        </mc:Choice>
        <mc:Fallback>
          <p:sp>
            <p:nvSpPr>
              <p:cNvPr id="7" name="TextBox 6">
                <a:extLst>
                  <a:ext uri="{FF2B5EF4-FFF2-40B4-BE49-F238E27FC236}">
                    <a16:creationId xmlns:a16="http://schemas.microsoft.com/office/drawing/2014/main" id="{16FFDC50-A7FD-9B2C-CA02-6AF0BDA26CA5}"/>
                  </a:ext>
                </a:extLst>
              </p:cNvPr>
              <p:cNvSpPr txBox="1">
                <a:spLocks noRot="1" noChangeAspect="1" noMove="1" noResize="1" noEditPoints="1" noAdjustHandles="1" noChangeArrowheads="1" noChangeShapeType="1" noTextEdit="1"/>
              </p:cNvSpPr>
              <p:nvPr/>
            </p:nvSpPr>
            <p:spPr>
              <a:xfrm>
                <a:off x="3045759" y="5140175"/>
                <a:ext cx="6100482" cy="728917"/>
              </a:xfrm>
              <a:prstGeom prst="rect">
                <a:avLst/>
              </a:prstGeom>
              <a:blipFill>
                <a:blip r:embed="rId3"/>
                <a:stretch>
                  <a:fillRect/>
                </a:stretch>
              </a:blipFill>
            </p:spPr>
            <p:txBody>
              <a:bodyPr/>
              <a:lstStyle/>
              <a:p>
                <a:r>
                  <a:rPr lang="en-IN">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42A9D-2A02-929A-3DC8-E5E790B184E1}"/>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6E8D3814-618A-AAFC-E59D-097E1F10FF50}"/>
              </a:ext>
            </a:extLst>
          </p:cNvPr>
          <p:cNvSpPr>
            <a:spLocks noGrp="1" noChangeArrowheads="1"/>
          </p:cNvSpPr>
          <p:nvPr>
            <p:ph type="title"/>
          </p:nvPr>
        </p:nvSpPr>
        <p:spPr/>
        <p:txBody>
          <a:bodyPr/>
          <a:lstStyle/>
          <a:p>
            <a:pPr algn="ctr" eaLnBrk="1" hangingPunct="1"/>
            <a:r>
              <a:rPr lang="en-US" altLang="en-US" b="1" dirty="0">
                <a:solidFill>
                  <a:srgbClr val="FF0000"/>
                </a:solidFill>
                <a:latin typeface="Arial Black" panose="020B0A04020102020204" pitchFamily="34" charset="0"/>
              </a:rPr>
              <a:t> Technical Metrics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A549091-1143-B03D-A875-9B82F9AE89A7}"/>
                  </a:ext>
                </a:extLst>
              </p:cNvPr>
              <p:cNvSpPr>
                <a:spLocks noGrp="1"/>
              </p:cNvSpPr>
              <p:nvPr>
                <p:ph idx="1"/>
              </p:nvPr>
            </p:nvSpPr>
            <p:spPr/>
            <p:txBody>
              <a:bodyPr>
                <a:normAutofit/>
              </a:bodyPr>
              <a:lstStyle/>
              <a:p>
                <a:r>
                  <a:rPr lang="en-IN" sz="3200" dirty="0">
                    <a:solidFill>
                      <a:schemeClr val="accent1"/>
                    </a:solidFill>
                  </a:rPr>
                  <a:t> Yield Factor (YF):</a:t>
                </a:r>
              </a:p>
              <a:p>
                <a:pPr lvl="2" algn="just">
                  <a:buFont typeface="Arial" panose="020B0604020202020204" pitchFamily="34" charset="0"/>
                  <a:buChar char="•"/>
                </a:pPr>
                <a:endParaRPr lang="en-US" sz="1800" dirty="0"/>
              </a:p>
              <a:p>
                <a:pPr lvl="2" algn="just">
                  <a:buFont typeface="Arial" panose="020B0604020202020204" pitchFamily="34" charset="0"/>
                  <a:buChar char="•"/>
                </a:pPr>
                <a:endParaRPr lang="en-US" sz="1800" dirty="0"/>
              </a:p>
              <a:p>
                <a:pPr lvl="2" algn="just">
                  <a:buFont typeface="Arial" panose="020B0604020202020204" pitchFamily="34" charset="0"/>
                  <a:buChar char="•"/>
                </a:pPr>
                <a:endParaRPr lang="en-US" sz="1800" dirty="0"/>
              </a:p>
              <a:p>
                <a:pPr lvl="2" algn="just">
                  <a:buFont typeface="Arial" panose="020B0604020202020204" pitchFamily="34" charset="0"/>
                  <a:buChar char="•"/>
                </a:pPr>
                <a:endParaRPr lang="en-US" sz="1800" dirty="0"/>
              </a:p>
              <a:p>
                <a:pPr lvl="2" algn="just">
                  <a:buFont typeface="Arial" panose="020B0604020202020204" pitchFamily="34" charset="0"/>
                  <a:buChar char="•"/>
                </a:pPr>
                <a:r>
                  <a:rPr lang="en-US" sz="2400" dirty="0"/>
                  <a:t>Nominal Array Power=Nominal Power per Module× Number of Modules</a:t>
                </a:r>
              </a:p>
              <a:p>
                <a:pPr lvl="2" algn="just">
                  <a:buFont typeface="Arial" panose="020B0604020202020204" pitchFamily="34" charset="0"/>
                  <a:buChar char="•"/>
                </a:pPr>
                <a14:m>
                  <m:oMath xmlns:m="http://schemas.openxmlformats.org/officeDocument/2006/math">
                    <m:r>
                      <a:rPr lang="en-IN" sz="2400" i="1" smtClean="0">
                        <a:latin typeface="Cambria Math" panose="02040503050406030204" pitchFamily="18" charset="0"/>
                      </a:rPr>
                      <m:t>𝐸𝑛𝑒𝑟𝑔𝑦</m:t>
                    </m:r>
                    <m:r>
                      <a:rPr lang="en-IN" sz="2400" i="0">
                        <a:latin typeface="Cambria Math" panose="02040503050406030204" pitchFamily="18" charset="0"/>
                      </a:rPr>
                      <m:t> </m:t>
                    </m:r>
                    <m:r>
                      <a:rPr lang="en-IN" sz="2400" i="1">
                        <a:latin typeface="Cambria Math" panose="02040503050406030204" pitchFamily="18" charset="0"/>
                      </a:rPr>
                      <m:t>𝑃𝑟𝑜𝑑𝑢𝑐𝑒𝑑</m:t>
                    </m:r>
                    <m:r>
                      <a:rPr lang="en-IN" sz="2400" i="0">
                        <a:latin typeface="Cambria Math" panose="02040503050406030204" pitchFamily="18" charset="0"/>
                      </a:rPr>
                      <m:t> </m:t>
                    </m:r>
                    <m:r>
                      <a:rPr lang="en-IN" sz="2400" i="1">
                        <a:latin typeface="Cambria Math" panose="02040503050406030204" pitchFamily="18" charset="0"/>
                      </a:rPr>
                      <m:t>𝑓𝑟𝑜𝑚</m:t>
                    </m:r>
                    <m:r>
                      <a:rPr lang="en-IN" sz="2400" i="0">
                        <a:latin typeface="Cambria Math" panose="02040503050406030204" pitchFamily="18" charset="0"/>
                      </a:rPr>
                      <m:t> </m:t>
                    </m:r>
                    <m:r>
                      <a:rPr lang="en-IN" sz="2400" i="1">
                        <a:latin typeface="Cambria Math" panose="02040503050406030204" pitchFamily="18" charset="0"/>
                      </a:rPr>
                      <m:t>𝑠𝑜𝑙𝑎𝑟</m:t>
                    </m:r>
                    <m:r>
                      <a:rPr lang="en-IN" sz="2400" i="0">
                        <a:latin typeface="Cambria Math" panose="02040503050406030204" pitchFamily="18" charset="0"/>
                      </a:rPr>
                      <m:t> </m:t>
                    </m:r>
                    <m:r>
                      <a:rPr lang="en-IN" sz="2400" i="1">
                        <a:latin typeface="Cambria Math" panose="02040503050406030204" pitchFamily="18" charset="0"/>
                      </a:rPr>
                      <m:t>𝑃𝑉</m:t>
                    </m:r>
                    <m:r>
                      <a:rPr lang="en-IN" sz="2400" i="0">
                        <a:latin typeface="Cambria Math" panose="02040503050406030204" pitchFamily="18" charset="0"/>
                      </a:rPr>
                      <m:t>   </m:t>
                    </m:r>
                    <m:d>
                      <m:dPr>
                        <m:ctrlPr>
                          <a:rPr lang="en-IN" sz="2400" i="1">
                            <a:latin typeface="Cambria Math" panose="02040503050406030204" pitchFamily="18" charset="0"/>
                          </a:rPr>
                        </m:ctrlPr>
                      </m:dPr>
                      <m:e>
                        <m:r>
                          <a:rPr lang="en-IN" sz="2400" i="1">
                            <a:latin typeface="Cambria Math" panose="02040503050406030204" pitchFamily="18" charset="0"/>
                          </a:rPr>
                          <m:t>𝐾𝑤</m:t>
                        </m:r>
                        <m:f>
                          <m:fPr>
                            <m:type m:val="lin"/>
                            <m:ctrlPr>
                              <a:rPr lang="en-IN" sz="2400" i="1">
                                <a:latin typeface="Cambria Math" panose="02040503050406030204" pitchFamily="18" charset="0"/>
                              </a:rPr>
                            </m:ctrlPr>
                          </m:fPr>
                          <m:num>
                            <m:r>
                              <a:rPr lang="en-IN" sz="2400" i="1">
                                <a:latin typeface="Cambria Math" panose="02040503050406030204" pitchFamily="18" charset="0"/>
                              </a:rPr>
                              <m:t>h</m:t>
                            </m:r>
                          </m:num>
                          <m:den>
                            <m:r>
                              <a:rPr lang="en-IN" sz="2400" i="1">
                                <a:latin typeface="Cambria Math" panose="02040503050406030204" pitchFamily="18" charset="0"/>
                              </a:rPr>
                              <m:t>𝑌</m:t>
                            </m:r>
                          </m:den>
                        </m:f>
                        <m:r>
                          <a:rPr lang="en-IN" sz="2400" i="1">
                            <a:latin typeface="Cambria Math" panose="02040503050406030204" pitchFamily="18" charset="0"/>
                          </a:rPr>
                          <m:t>𝑒𝑎𝑟</m:t>
                        </m:r>
                      </m:e>
                    </m:d>
                  </m:oMath>
                </a14:m>
                <a:r>
                  <a:rPr lang="en-US" sz="2400" dirty="0"/>
                  <a:t>can be found from simulated historical data. (Refer </a:t>
                </a:r>
                <a:r>
                  <a:rPr lang="en-US" sz="2400" dirty="0">
                    <a:hlinkClick r:id="rId3"/>
                  </a:rPr>
                  <a:t>https://re.jrc.ec.europa.eu/pvg_tools/en/</a:t>
                </a:r>
                <a:r>
                  <a:rPr lang="en-US" sz="2400" dirty="0"/>
                  <a:t>)</a:t>
                </a:r>
              </a:p>
            </p:txBody>
          </p:sp>
        </mc:Choice>
        <mc:Fallback>
          <p:sp>
            <p:nvSpPr>
              <p:cNvPr id="3" name="Content Placeholder 2">
                <a:extLst>
                  <a:ext uri="{FF2B5EF4-FFF2-40B4-BE49-F238E27FC236}">
                    <a16:creationId xmlns:a16="http://schemas.microsoft.com/office/drawing/2014/main" id="{BA549091-1143-B03D-A875-9B82F9AE89A7}"/>
                  </a:ext>
                </a:extLst>
              </p:cNvPr>
              <p:cNvSpPr>
                <a:spLocks noGrp="1" noRot="1" noChangeAspect="1" noMove="1" noResize="1" noEditPoints="1" noAdjustHandles="1" noChangeArrowheads="1" noChangeShapeType="1" noTextEdit="1"/>
              </p:cNvSpPr>
              <p:nvPr>
                <p:ph idx="1"/>
              </p:nvPr>
            </p:nvSpPr>
            <p:spPr>
              <a:blipFill>
                <a:blip r:embed="rId4"/>
                <a:stretch>
                  <a:fillRect l="-606" t="-2107" r="-1818"/>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EE6CFAC6-6105-6DFD-58FE-2E4D58A7241A}"/>
                  </a:ext>
                </a:extLst>
              </p:cNvPr>
              <p:cNvSpPr txBox="1"/>
              <p:nvPr/>
            </p:nvSpPr>
            <p:spPr>
              <a:xfrm>
                <a:off x="2203077" y="2907963"/>
                <a:ext cx="6100482" cy="7289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𝑌</m:t>
                      </m:r>
                      <m:r>
                        <a:rPr lang="en-IN" i="1" smtClean="0">
                          <a:latin typeface="Cambria Math" panose="02040503050406030204" pitchFamily="18" charset="0"/>
                        </a:rPr>
                        <m:t>𝐹</m:t>
                      </m:r>
                      <m:r>
                        <a:rPr lang="en-IN" i="0">
                          <a:latin typeface="Cambria Math" panose="02040503050406030204" pitchFamily="18" charset="0"/>
                        </a:rPr>
                        <m:t>=</m:t>
                      </m:r>
                      <m:f>
                        <m:fPr>
                          <m:ctrlPr>
                            <a:rPr lang="en-IN" i="1">
                              <a:solidFill>
                                <a:srgbClr val="836967"/>
                              </a:solidFill>
                              <a:latin typeface="Cambria Math" panose="02040503050406030204" pitchFamily="18" charset="0"/>
                            </a:rPr>
                          </m:ctrlPr>
                        </m:fPr>
                        <m:num>
                          <m:r>
                            <a:rPr lang="en-IN" i="1">
                              <a:latin typeface="Cambria Math" panose="02040503050406030204" pitchFamily="18" charset="0"/>
                            </a:rPr>
                            <m:t>𝐸𝑛𝑒𝑟𝑔𝑦</m:t>
                          </m:r>
                          <m:r>
                            <a:rPr lang="en-IN" i="0">
                              <a:latin typeface="Cambria Math" panose="02040503050406030204" pitchFamily="18" charset="0"/>
                            </a:rPr>
                            <m:t> </m:t>
                          </m:r>
                          <m:r>
                            <a:rPr lang="en-IN" i="1">
                              <a:latin typeface="Cambria Math" panose="02040503050406030204" pitchFamily="18" charset="0"/>
                            </a:rPr>
                            <m:t>𝑃𝑟𝑜𝑑𝑢𝑐𝑒𝑑</m:t>
                          </m:r>
                          <m:r>
                            <a:rPr lang="en-IN" i="0">
                              <a:latin typeface="Cambria Math" panose="02040503050406030204" pitchFamily="18" charset="0"/>
                            </a:rPr>
                            <m:t> </m:t>
                          </m:r>
                          <m:r>
                            <a:rPr lang="en-IN" i="1">
                              <a:latin typeface="Cambria Math" panose="02040503050406030204" pitchFamily="18" charset="0"/>
                            </a:rPr>
                            <m:t>𝑓𝑟𝑜𝑚</m:t>
                          </m:r>
                          <m:r>
                            <a:rPr lang="en-IN" i="0">
                              <a:latin typeface="Cambria Math" panose="02040503050406030204" pitchFamily="18" charset="0"/>
                            </a:rPr>
                            <m:t> </m:t>
                          </m:r>
                          <m:r>
                            <a:rPr lang="en-IN" i="1">
                              <a:latin typeface="Cambria Math" panose="02040503050406030204" pitchFamily="18" charset="0"/>
                            </a:rPr>
                            <m:t>𝑠𝑜𝑙𝑎𝑟</m:t>
                          </m:r>
                          <m:r>
                            <a:rPr lang="en-IN" i="0">
                              <a:latin typeface="Cambria Math" panose="02040503050406030204" pitchFamily="18" charset="0"/>
                            </a:rPr>
                            <m:t> </m:t>
                          </m:r>
                          <m:r>
                            <a:rPr lang="en-IN" i="1">
                              <a:latin typeface="Cambria Math" panose="02040503050406030204" pitchFamily="18" charset="0"/>
                            </a:rPr>
                            <m:t>𝑃𝑉</m:t>
                          </m:r>
                          <m:r>
                            <a:rPr lang="en-IN" i="0">
                              <a:latin typeface="Cambria Math" panose="02040503050406030204" pitchFamily="18" charset="0"/>
                            </a:rPr>
                            <m:t>   </m:t>
                          </m:r>
                          <m:d>
                            <m:dPr>
                              <m:ctrlPr>
                                <a:rPr lang="en-IN" i="1">
                                  <a:latin typeface="Cambria Math" panose="02040503050406030204" pitchFamily="18" charset="0"/>
                                </a:rPr>
                              </m:ctrlPr>
                            </m:dPr>
                            <m:e>
                              <m:r>
                                <a:rPr lang="en-IN" i="1">
                                  <a:latin typeface="Cambria Math" panose="02040503050406030204" pitchFamily="18" charset="0"/>
                                </a:rPr>
                                <m:t>𝐾𝑤</m:t>
                              </m:r>
                              <m:f>
                                <m:fPr>
                                  <m:type m:val="lin"/>
                                  <m:ctrlPr>
                                    <a:rPr lang="en-IN" i="1">
                                      <a:latin typeface="Cambria Math" panose="02040503050406030204" pitchFamily="18" charset="0"/>
                                    </a:rPr>
                                  </m:ctrlPr>
                                </m:fPr>
                                <m:num>
                                  <m:r>
                                    <a:rPr lang="en-IN" i="1">
                                      <a:latin typeface="Cambria Math" panose="02040503050406030204" pitchFamily="18" charset="0"/>
                                    </a:rPr>
                                    <m:t>h</m:t>
                                  </m:r>
                                </m:num>
                                <m:den>
                                  <m:r>
                                    <a:rPr lang="en-IN" i="1">
                                      <a:latin typeface="Cambria Math" panose="02040503050406030204" pitchFamily="18" charset="0"/>
                                    </a:rPr>
                                    <m:t>𝑌</m:t>
                                  </m:r>
                                </m:den>
                              </m:f>
                              <m:r>
                                <a:rPr lang="en-IN" i="1">
                                  <a:latin typeface="Cambria Math" panose="02040503050406030204" pitchFamily="18" charset="0"/>
                                </a:rPr>
                                <m:t>𝑒𝑎𝑟</m:t>
                              </m:r>
                            </m:e>
                          </m:d>
                          <m:r>
                            <a:rPr lang="en-IN" i="0">
                              <a:latin typeface="Cambria Math" panose="02040503050406030204" pitchFamily="18" charset="0"/>
                            </a:rPr>
                            <m:t> </m:t>
                          </m:r>
                        </m:num>
                        <m:den>
                          <m:r>
                            <a:rPr lang="en-IN" i="1">
                              <a:latin typeface="Cambria Math" panose="02040503050406030204" pitchFamily="18" charset="0"/>
                            </a:rPr>
                            <m:t>𝑃𝑉</m:t>
                          </m:r>
                          <m:r>
                            <a:rPr lang="en-IN" i="0">
                              <a:latin typeface="Cambria Math" panose="02040503050406030204" pitchFamily="18" charset="0"/>
                            </a:rPr>
                            <m:t> </m:t>
                          </m:r>
                          <m:r>
                            <a:rPr lang="en-IN" i="1">
                              <a:latin typeface="Cambria Math" panose="02040503050406030204" pitchFamily="18" charset="0"/>
                            </a:rPr>
                            <m:t>𝑎𝑟𝑟𝑎𝑦</m:t>
                          </m:r>
                          <m:r>
                            <a:rPr lang="en-IN" i="0">
                              <a:latin typeface="Cambria Math" panose="02040503050406030204" pitchFamily="18" charset="0"/>
                            </a:rPr>
                            <m:t> </m:t>
                          </m:r>
                          <m:r>
                            <a:rPr lang="en-IN" i="1">
                              <a:latin typeface="Cambria Math" panose="02040503050406030204" pitchFamily="18" charset="0"/>
                            </a:rPr>
                            <m:t>𝑁𝑜𝑚𝑖𝑛𝑎𝑙</m:t>
                          </m:r>
                          <m:r>
                            <a:rPr lang="en-IN" i="0">
                              <a:latin typeface="Cambria Math" panose="02040503050406030204" pitchFamily="18" charset="0"/>
                            </a:rPr>
                            <m:t> </m:t>
                          </m:r>
                          <m:r>
                            <a:rPr lang="en-IN" i="1">
                              <a:latin typeface="Cambria Math" panose="02040503050406030204" pitchFamily="18" charset="0"/>
                            </a:rPr>
                            <m:t>𝑃𝑜𝑤𝑒𝑟</m:t>
                          </m:r>
                          <m:r>
                            <a:rPr lang="en-IN" i="0">
                              <a:latin typeface="Cambria Math" panose="02040503050406030204" pitchFamily="18" charset="0"/>
                            </a:rPr>
                            <m:t> </m:t>
                          </m:r>
                          <m:d>
                            <m:dPr>
                              <m:ctrlPr>
                                <a:rPr lang="en-IN" i="1">
                                  <a:latin typeface="Cambria Math" panose="02040503050406030204" pitchFamily="18" charset="0"/>
                                </a:rPr>
                              </m:ctrlPr>
                            </m:dPr>
                            <m:e>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𝐾𝑊</m:t>
                                  </m:r>
                                </m:e>
                                <m:sub>
                                  <m:r>
                                    <a:rPr lang="en-IN" i="1">
                                      <a:latin typeface="Cambria Math" panose="02040503050406030204" pitchFamily="18" charset="0"/>
                                    </a:rPr>
                                    <m:t>𝑝𝑒𝑎𝑘</m:t>
                                  </m:r>
                                </m:sub>
                              </m:sSub>
                            </m:e>
                          </m:d>
                        </m:den>
                      </m:f>
                    </m:oMath>
                  </m:oMathPara>
                </a14:m>
                <a:endParaRPr lang="en-IN" dirty="0"/>
              </a:p>
            </p:txBody>
          </p:sp>
        </mc:Choice>
        <mc:Fallback>
          <p:sp>
            <p:nvSpPr>
              <p:cNvPr id="7" name="TextBox 6">
                <a:extLst>
                  <a:ext uri="{FF2B5EF4-FFF2-40B4-BE49-F238E27FC236}">
                    <a16:creationId xmlns:a16="http://schemas.microsoft.com/office/drawing/2014/main" id="{EE6CFAC6-6105-6DFD-58FE-2E4D58A7241A}"/>
                  </a:ext>
                </a:extLst>
              </p:cNvPr>
              <p:cNvSpPr txBox="1">
                <a:spLocks noRot="1" noChangeAspect="1" noMove="1" noResize="1" noEditPoints="1" noAdjustHandles="1" noChangeArrowheads="1" noChangeShapeType="1" noTextEdit="1"/>
              </p:cNvSpPr>
              <p:nvPr/>
            </p:nvSpPr>
            <p:spPr>
              <a:xfrm>
                <a:off x="2203077" y="2907963"/>
                <a:ext cx="6100482" cy="728917"/>
              </a:xfrm>
              <a:prstGeom prst="rect">
                <a:avLst/>
              </a:prstGeom>
              <a:blipFill>
                <a:blip r:embed="rId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242193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9C929-D73E-742A-2B21-91E51A5CF3B0}"/>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8A9F55D1-AAF9-CA2C-519E-439E99B9F6FD}"/>
              </a:ext>
            </a:extLst>
          </p:cNvPr>
          <p:cNvSpPr>
            <a:spLocks noGrp="1" noChangeArrowheads="1"/>
          </p:cNvSpPr>
          <p:nvPr>
            <p:ph type="title"/>
          </p:nvPr>
        </p:nvSpPr>
        <p:spPr/>
        <p:txBody>
          <a:bodyPr/>
          <a:lstStyle/>
          <a:p>
            <a:pPr algn="ctr" eaLnBrk="1" hangingPunct="1"/>
            <a:r>
              <a:rPr lang="en-US" altLang="en-US" b="1" dirty="0">
                <a:solidFill>
                  <a:srgbClr val="FF0000"/>
                </a:solidFill>
                <a:latin typeface="Arial Black" panose="020B0A04020102020204" pitchFamily="34" charset="0"/>
              </a:rPr>
              <a:t> Technical Metrics</a:t>
            </a:r>
          </a:p>
        </p:txBody>
      </p:sp>
      <p:sp>
        <p:nvSpPr>
          <p:cNvPr id="3" name="Content Placeholder 2">
            <a:extLst>
              <a:ext uri="{FF2B5EF4-FFF2-40B4-BE49-F238E27FC236}">
                <a16:creationId xmlns:a16="http://schemas.microsoft.com/office/drawing/2014/main" id="{7316F048-F92B-99B9-E00D-A3A380E41D9F}"/>
              </a:ext>
            </a:extLst>
          </p:cNvPr>
          <p:cNvSpPr>
            <a:spLocks noGrp="1"/>
          </p:cNvSpPr>
          <p:nvPr>
            <p:ph idx="1"/>
          </p:nvPr>
        </p:nvSpPr>
        <p:spPr/>
        <p:txBody>
          <a:bodyPr>
            <a:normAutofit/>
          </a:bodyPr>
          <a:lstStyle/>
          <a:p>
            <a:r>
              <a:rPr lang="en-IN" sz="3200" dirty="0">
                <a:solidFill>
                  <a:schemeClr val="accent1"/>
                </a:solidFill>
              </a:rPr>
              <a:t>Capacity Factor:</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Capacity Factor (CF) Capacity factor is the ratio of the actual annual energy yield of a PV array to the energy it would produce when operating at full capacity over one year.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Capacity factor estimates the percentage of the PV array that is usable, and the most ideal CF is 50% because of the daily sun availability. </a:t>
            </a:r>
            <a:endParaRPr lang="en-US" sz="1800" dirty="0"/>
          </a:p>
          <a:p>
            <a:pPr lvl="2" algn="just">
              <a:buFont typeface="Arial" panose="020B0604020202020204" pitchFamily="34" charset="0"/>
              <a:buChar char="•"/>
            </a:pPr>
            <a:endParaRPr lang="en-US" sz="1800" dirty="0"/>
          </a:p>
          <a:p>
            <a:pPr lvl="2" algn="just">
              <a:buFont typeface="Arial" panose="020B0604020202020204" pitchFamily="34" charset="0"/>
              <a:buChar char="•"/>
            </a:pPr>
            <a:endParaRPr lang="en-US" sz="1800" dirty="0"/>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5A98BDD-2513-E521-2D0F-2B2379D6982D}"/>
                  </a:ext>
                </a:extLst>
              </p:cNvPr>
              <p:cNvSpPr txBox="1"/>
              <p:nvPr/>
            </p:nvSpPr>
            <p:spPr>
              <a:xfrm>
                <a:off x="2507877" y="4566435"/>
                <a:ext cx="6905064" cy="567399"/>
              </a:xfrm>
              <a:prstGeom prst="rect">
                <a:avLst/>
              </a:prstGeom>
              <a:noFill/>
            </p:spPr>
            <p:txBody>
              <a:bodyPr wrap="square">
                <a:spAutoFit/>
              </a:bodyPr>
              <a:lstStyle/>
              <a:p>
                <a:pPr/>
                <a14:m>
                  <m:oMath xmlns:m="http://schemas.openxmlformats.org/officeDocument/2006/math">
                    <m:r>
                      <a:rPr lang="en-IN" i="1" smtClean="0">
                        <a:latin typeface="Cambria Math" panose="02040503050406030204" pitchFamily="18" charset="0"/>
                      </a:rPr>
                      <m:t>𝐹</m:t>
                    </m:r>
                    <m:r>
                      <a:rPr lang="en-IN" i="0">
                        <a:latin typeface="Cambria Math" panose="02040503050406030204" pitchFamily="18" charset="0"/>
                      </a:rPr>
                      <m:t>=</m:t>
                    </m:r>
                    <m:f>
                      <m:fPr>
                        <m:ctrlPr>
                          <a:rPr lang="en-IN" i="1">
                            <a:solidFill>
                              <a:srgbClr val="836967"/>
                            </a:solidFill>
                            <a:latin typeface="Cambria Math" panose="02040503050406030204" pitchFamily="18" charset="0"/>
                          </a:rPr>
                        </m:ctrlPr>
                      </m:fPr>
                      <m:num>
                        <m:r>
                          <a:rPr lang="en-IN" i="1">
                            <a:latin typeface="Cambria Math" panose="02040503050406030204" pitchFamily="18" charset="0"/>
                          </a:rPr>
                          <m:t>𝐸𝑛𝑒𝑟𝑔𝑦</m:t>
                        </m:r>
                        <m:r>
                          <a:rPr lang="en-IN" i="0">
                            <a:latin typeface="Cambria Math" panose="02040503050406030204" pitchFamily="18" charset="0"/>
                          </a:rPr>
                          <m:t> </m:t>
                        </m:r>
                        <m:r>
                          <a:rPr lang="en-IN" i="1">
                            <a:latin typeface="Cambria Math" panose="02040503050406030204" pitchFamily="18" charset="0"/>
                          </a:rPr>
                          <m:t>𝑃𝑟𝑜𝑑𝑢𝑐𝑒𝑑</m:t>
                        </m:r>
                        <m:r>
                          <a:rPr lang="en-IN" i="0">
                            <a:latin typeface="Cambria Math" panose="02040503050406030204" pitchFamily="18" charset="0"/>
                          </a:rPr>
                          <m:t> </m:t>
                        </m:r>
                        <m:r>
                          <a:rPr lang="en-IN" i="1">
                            <a:latin typeface="Cambria Math" panose="02040503050406030204" pitchFamily="18" charset="0"/>
                          </a:rPr>
                          <m:t>𝑓𝑟𝑜𝑚</m:t>
                        </m:r>
                        <m:r>
                          <a:rPr lang="en-IN" i="0">
                            <a:latin typeface="Cambria Math" panose="02040503050406030204" pitchFamily="18" charset="0"/>
                          </a:rPr>
                          <m:t> </m:t>
                        </m:r>
                        <m:r>
                          <a:rPr lang="en-IN" i="1">
                            <a:latin typeface="Cambria Math" panose="02040503050406030204" pitchFamily="18" charset="0"/>
                          </a:rPr>
                          <m:t>𝑠𝑜𝑙𝑎𝑟</m:t>
                        </m:r>
                        <m:r>
                          <a:rPr lang="en-IN" i="0">
                            <a:latin typeface="Cambria Math" panose="02040503050406030204" pitchFamily="18" charset="0"/>
                          </a:rPr>
                          <m:t> </m:t>
                        </m:r>
                        <m:r>
                          <a:rPr lang="en-IN" i="1">
                            <a:latin typeface="Cambria Math" panose="02040503050406030204" pitchFamily="18" charset="0"/>
                          </a:rPr>
                          <m:t>𝑃𝑉</m:t>
                        </m:r>
                        <m:r>
                          <a:rPr lang="en-IN" i="0">
                            <a:latin typeface="Cambria Math" panose="02040503050406030204" pitchFamily="18" charset="0"/>
                          </a:rPr>
                          <m:t>   </m:t>
                        </m:r>
                        <m:d>
                          <m:dPr>
                            <m:ctrlPr>
                              <a:rPr lang="en-IN" i="1">
                                <a:latin typeface="Cambria Math" panose="02040503050406030204" pitchFamily="18" charset="0"/>
                              </a:rPr>
                            </m:ctrlPr>
                          </m:dPr>
                          <m:e>
                            <m:r>
                              <a:rPr lang="en-IN" i="1">
                                <a:latin typeface="Cambria Math" panose="02040503050406030204" pitchFamily="18" charset="0"/>
                              </a:rPr>
                              <m:t>𝐾𝑤</m:t>
                            </m:r>
                            <m:f>
                              <m:fPr>
                                <m:type m:val="lin"/>
                                <m:ctrlPr>
                                  <a:rPr lang="en-IN" i="1">
                                    <a:latin typeface="Cambria Math" panose="02040503050406030204" pitchFamily="18" charset="0"/>
                                  </a:rPr>
                                </m:ctrlPr>
                              </m:fPr>
                              <m:num>
                                <m:r>
                                  <a:rPr lang="en-IN" i="1">
                                    <a:latin typeface="Cambria Math" panose="02040503050406030204" pitchFamily="18" charset="0"/>
                                  </a:rPr>
                                  <m:t>h</m:t>
                                </m:r>
                              </m:num>
                              <m:den>
                                <m:r>
                                  <a:rPr lang="en-IN" i="1">
                                    <a:latin typeface="Cambria Math" panose="02040503050406030204" pitchFamily="18" charset="0"/>
                                  </a:rPr>
                                  <m:t>𝑌</m:t>
                                </m:r>
                              </m:den>
                            </m:f>
                            <m:r>
                              <a:rPr lang="en-IN" i="1">
                                <a:latin typeface="Cambria Math" panose="02040503050406030204" pitchFamily="18" charset="0"/>
                              </a:rPr>
                              <m:t>𝑒𝑎𝑟</m:t>
                            </m:r>
                          </m:e>
                        </m:d>
                        <m:r>
                          <a:rPr lang="en-IN" i="0">
                            <a:latin typeface="Cambria Math" panose="02040503050406030204" pitchFamily="18" charset="0"/>
                          </a:rPr>
                          <m:t> </m:t>
                        </m:r>
                      </m:num>
                      <m:den>
                        <m:r>
                          <a:rPr lang="en-IN" b="0" i="1" smtClean="0">
                            <a:latin typeface="Cambria Math" panose="02040503050406030204" pitchFamily="18" charset="0"/>
                          </a:rPr>
                          <m:t>8760∗</m:t>
                        </m:r>
                        <m:r>
                          <a:rPr lang="en-IN" i="1">
                            <a:latin typeface="Cambria Math" panose="02040503050406030204" pitchFamily="18" charset="0"/>
                          </a:rPr>
                          <m:t>𝑃𝑉</m:t>
                        </m:r>
                        <m:r>
                          <a:rPr lang="en-IN" i="0">
                            <a:latin typeface="Cambria Math" panose="02040503050406030204" pitchFamily="18" charset="0"/>
                          </a:rPr>
                          <m:t> </m:t>
                        </m:r>
                        <m:r>
                          <a:rPr lang="en-IN" i="1">
                            <a:latin typeface="Cambria Math" panose="02040503050406030204" pitchFamily="18" charset="0"/>
                          </a:rPr>
                          <m:t>𝑎𝑟𝑟𝑎𝑦</m:t>
                        </m:r>
                        <m:r>
                          <a:rPr lang="en-IN" i="0">
                            <a:latin typeface="Cambria Math" panose="02040503050406030204" pitchFamily="18" charset="0"/>
                          </a:rPr>
                          <m:t> </m:t>
                        </m:r>
                        <m:r>
                          <a:rPr lang="en-IN" i="1">
                            <a:latin typeface="Cambria Math" panose="02040503050406030204" pitchFamily="18" charset="0"/>
                          </a:rPr>
                          <m:t>𝑁𝑜𝑚𝑖𝑛𝑎𝑙</m:t>
                        </m:r>
                        <m:r>
                          <a:rPr lang="en-IN" i="0">
                            <a:latin typeface="Cambria Math" panose="02040503050406030204" pitchFamily="18" charset="0"/>
                          </a:rPr>
                          <m:t> </m:t>
                        </m:r>
                        <m:r>
                          <a:rPr lang="en-IN" i="1">
                            <a:latin typeface="Cambria Math" panose="02040503050406030204" pitchFamily="18" charset="0"/>
                          </a:rPr>
                          <m:t>𝑃𝑜𝑤𝑒𝑟</m:t>
                        </m:r>
                        <m:r>
                          <a:rPr lang="en-IN" i="0">
                            <a:latin typeface="Cambria Math" panose="02040503050406030204" pitchFamily="18" charset="0"/>
                          </a:rPr>
                          <m:t> </m:t>
                        </m:r>
                        <m:d>
                          <m:dPr>
                            <m:ctrlPr>
                              <a:rPr lang="en-IN" i="1">
                                <a:latin typeface="Cambria Math" panose="02040503050406030204" pitchFamily="18" charset="0"/>
                              </a:rPr>
                            </m:ctrlPr>
                          </m:dPr>
                          <m:e>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𝐾𝑊</m:t>
                                </m:r>
                              </m:e>
                              <m:sub>
                                <m:r>
                                  <a:rPr lang="en-IN" i="1">
                                    <a:latin typeface="Cambria Math" panose="02040503050406030204" pitchFamily="18" charset="0"/>
                                  </a:rPr>
                                  <m:t>𝑝𝑒𝑎𝑘</m:t>
                                </m:r>
                              </m:sub>
                            </m:sSub>
                          </m:e>
                        </m:d>
                      </m:den>
                    </m:f>
                  </m:oMath>
                </a14:m>
                <a:r>
                  <a:rPr lang="en-IN" dirty="0"/>
                  <a:t>= YF/8760</a:t>
                </a:r>
              </a:p>
            </p:txBody>
          </p:sp>
        </mc:Choice>
        <mc:Fallback>
          <p:sp>
            <p:nvSpPr>
              <p:cNvPr id="7" name="TextBox 6">
                <a:extLst>
                  <a:ext uri="{FF2B5EF4-FFF2-40B4-BE49-F238E27FC236}">
                    <a16:creationId xmlns:a16="http://schemas.microsoft.com/office/drawing/2014/main" id="{55A98BDD-2513-E521-2D0F-2B2379D6982D}"/>
                  </a:ext>
                </a:extLst>
              </p:cNvPr>
              <p:cNvSpPr txBox="1">
                <a:spLocks noRot="1" noChangeAspect="1" noMove="1" noResize="1" noEditPoints="1" noAdjustHandles="1" noChangeArrowheads="1" noChangeShapeType="1" noTextEdit="1"/>
              </p:cNvSpPr>
              <p:nvPr/>
            </p:nvSpPr>
            <p:spPr>
              <a:xfrm>
                <a:off x="2507877" y="4566435"/>
                <a:ext cx="6905064" cy="567399"/>
              </a:xfrm>
              <a:prstGeom prst="rect">
                <a:avLst/>
              </a:prstGeom>
              <a:blipFill>
                <a:blip r:embed="rId3"/>
                <a:stretch>
                  <a:fillRect t="-52688" b="-36559"/>
                </a:stretch>
              </a:blipFill>
            </p:spPr>
            <p:txBody>
              <a:bodyPr/>
              <a:lstStyle/>
              <a:p>
                <a:r>
                  <a:rPr lang="en-IN">
                    <a:noFill/>
                  </a:rPr>
                  <a:t> </a:t>
                </a:r>
              </a:p>
            </p:txBody>
          </p:sp>
        </mc:Fallback>
      </mc:AlternateContent>
    </p:spTree>
    <p:extLst>
      <p:ext uri="{BB962C8B-B14F-4D97-AF65-F5344CB8AC3E}">
        <p14:creationId xmlns:p14="http://schemas.microsoft.com/office/powerpoint/2010/main" val="921504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09DC4-6069-EED4-50B1-272F14734CCC}"/>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4C8A8EE6-1013-2FE3-A719-78B7230BEB01}"/>
              </a:ext>
            </a:extLst>
          </p:cNvPr>
          <p:cNvSpPr>
            <a:spLocks noGrp="1" noChangeArrowheads="1"/>
          </p:cNvSpPr>
          <p:nvPr>
            <p:ph type="title"/>
          </p:nvPr>
        </p:nvSpPr>
        <p:spPr/>
        <p:txBody>
          <a:bodyPr/>
          <a:lstStyle/>
          <a:p>
            <a:pPr algn="ctr" eaLnBrk="1" hangingPunct="1"/>
            <a:r>
              <a:rPr lang="en-US" altLang="en-US" b="1" dirty="0">
                <a:solidFill>
                  <a:srgbClr val="FF0000"/>
                </a:solidFill>
                <a:latin typeface="Arial Black" panose="020B0A04020102020204" pitchFamily="34" charset="0"/>
              </a:rPr>
              <a:t> Technical Metrics</a:t>
            </a:r>
          </a:p>
        </p:txBody>
      </p:sp>
      <p:sp>
        <p:nvSpPr>
          <p:cNvPr id="3" name="Content Placeholder 2">
            <a:extLst>
              <a:ext uri="{FF2B5EF4-FFF2-40B4-BE49-F238E27FC236}">
                <a16:creationId xmlns:a16="http://schemas.microsoft.com/office/drawing/2014/main" id="{0D63E37D-4C7E-86AF-A716-7D8F371D95DE}"/>
              </a:ext>
            </a:extLst>
          </p:cNvPr>
          <p:cNvSpPr>
            <a:spLocks noGrp="1"/>
          </p:cNvSpPr>
          <p:nvPr>
            <p:ph idx="1"/>
          </p:nvPr>
        </p:nvSpPr>
        <p:spPr/>
        <p:txBody>
          <a:bodyPr>
            <a:normAutofit/>
          </a:bodyPr>
          <a:lstStyle/>
          <a:p>
            <a:r>
              <a:rPr lang="en-IN" sz="3200" dirty="0">
                <a:solidFill>
                  <a:schemeClr val="accent1"/>
                </a:solidFill>
              </a:rPr>
              <a:t>Performance Ratio</a:t>
            </a:r>
          </a:p>
          <a:p>
            <a:pPr>
              <a:buFont typeface="Arial" panose="020B0604020202020204" pitchFamily="34" charset="0"/>
              <a:buChar char="•"/>
            </a:pPr>
            <a:r>
              <a:rPr lang="en-US" dirty="0"/>
              <a:t>Performance ratio is a metric that defines the quality of a PV system regardless of its location and size. </a:t>
            </a:r>
          </a:p>
          <a:p>
            <a:pPr lvl="2" algn="just">
              <a:buFont typeface="Arial" panose="020B0604020202020204" pitchFamily="34" charset="0"/>
              <a:buChar char="•"/>
            </a:pPr>
            <a:endParaRPr lang="en-US" sz="1800" dirty="0"/>
          </a:p>
        </p:txBody>
      </p:sp>
      <p:pic>
        <p:nvPicPr>
          <p:cNvPr id="4" name="Picture 3">
            <a:extLst>
              <a:ext uri="{FF2B5EF4-FFF2-40B4-BE49-F238E27FC236}">
                <a16:creationId xmlns:a16="http://schemas.microsoft.com/office/drawing/2014/main" id="{3DF5F5B6-1E35-A9EB-2AE2-32AF018C388D}"/>
              </a:ext>
            </a:extLst>
          </p:cNvPr>
          <p:cNvPicPr>
            <a:picLocks noChangeAspect="1"/>
          </p:cNvPicPr>
          <p:nvPr/>
        </p:nvPicPr>
        <p:blipFill>
          <a:blip r:embed="rId3"/>
          <a:stretch>
            <a:fillRect/>
          </a:stretch>
        </p:blipFill>
        <p:spPr>
          <a:xfrm>
            <a:off x="3805498" y="3429000"/>
            <a:ext cx="1991003" cy="657317"/>
          </a:xfrm>
          <a:prstGeom prst="rect">
            <a:avLst/>
          </a:prstGeom>
        </p:spPr>
      </p:pic>
      <p:sp>
        <p:nvSpPr>
          <p:cNvPr id="6" name="TextBox 5">
            <a:extLst>
              <a:ext uri="{FF2B5EF4-FFF2-40B4-BE49-F238E27FC236}">
                <a16:creationId xmlns:a16="http://schemas.microsoft.com/office/drawing/2014/main" id="{0EDC1A00-2283-C983-14C8-60FFCC17E371}"/>
              </a:ext>
            </a:extLst>
          </p:cNvPr>
          <p:cNvSpPr txBox="1"/>
          <p:nvPr/>
        </p:nvSpPr>
        <p:spPr>
          <a:xfrm>
            <a:off x="1203510" y="4383758"/>
            <a:ext cx="9891209"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where GSTC is amount of irradiance at STC and Gt is the accumulative irradiance on the PV array plane within a certain period (annual, monthly, or daily).</a:t>
            </a:r>
          </a:p>
          <a:p>
            <a:r>
              <a:rPr lang="en-US" dirty="0">
                <a:latin typeface="Times New Roman" panose="02020603050405020304" pitchFamily="18" charset="0"/>
                <a:cs typeface="Times New Roman" panose="02020603050405020304" pitchFamily="18" charset="0"/>
              </a:rPr>
              <a:t>Gt= </a:t>
            </a:r>
            <a:r>
              <a:rPr lang="en-IN" dirty="0"/>
              <a:t>Beam (Direct) Irradiance+ Diffuse Irradiance+ Reflected Irradiance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6927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C4A72-916C-675C-127E-95D15D0DC49D}"/>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D32725B9-45DE-8A77-C76F-8849E8CAF374}"/>
              </a:ext>
            </a:extLst>
          </p:cNvPr>
          <p:cNvSpPr>
            <a:spLocks noGrp="1" noChangeArrowheads="1"/>
          </p:cNvSpPr>
          <p:nvPr>
            <p:ph type="title"/>
          </p:nvPr>
        </p:nvSpPr>
        <p:spPr/>
        <p:txBody>
          <a:bodyPr/>
          <a:lstStyle/>
          <a:p>
            <a:pPr algn="ctr" eaLnBrk="1" hangingPunct="1"/>
            <a:r>
              <a:rPr lang="en-US" altLang="en-US" b="1" dirty="0">
                <a:solidFill>
                  <a:srgbClr val="FF0000"/>
                </a:solidFill>
                <a:latin typeface="Arial Black" panose="020B0A04020102020204" pitchFamily="34" charset="0"/>
              </a:rPr>
              <a:t>Economic Metrics</a:t>
            </a:r>
          </a:p>
        </p:txBody>
      </p:sp>
      <p:sp>
        <p:nvSpPr>
          <p:cNvPr id="3" name="Content Placeholder 2">
            <a:extLst>
              <a:ext uri="{FF2B5EF4-FFF2-40B4-BE49-F238E27FC236}">
                <a16:creationId xmlns:a16="http://schemas.microsoft.com/office/drawing/2014/main" id="{C51DAAE3-FCDB-41B9-DC62-04A64C53DE27}"/>
              </a:ext>
            </a:extLst>
          </p:cNvPr>
          <p:cNvSpPr>
            <a:spLocks noGrp="1"/>
          </p:cNvSpPr>
          <p:nvPr>
            <p:ph idx="1"/>
          </p:nvPr>
        </p:nvSpPr>
        <p:spPr>
          <a:xfrm>
            <a:off x="950259" y="2108201"/>
            <a:ext cx="10219765" cy="3760891"/>
          </a:xfrm>
        </p:spPr>
        <p:txBody>
          <a:bodyPr>
            <a:normAutofit/>
          </a:bodyPr>
          <a:lstStyle/>
          <a:p>
            <a:r>
              <a:rPr lang="en-IN" sz="3200" dirty="0">
                <a:solidFill>
                  <a:schemeClr val="accent1"/>
                </a:solidFill>
              </a:rPr>
              <a:t> Levelized Cost of Energy (LCOE)</a:t>
            </a:r>
          </a:p>
          <a:p>
            <a:r>
              <a:rPr lang="en-US" dirty="0"/>
              <a:t>Levelized cost of energy (LCOE) estimates the price of per unit energy ($/kWh) over the project’s lifetime. </a:t>
            </a:r>
            <a:endParaRPr lang="en-US" sz="1800" dirty="0"/>
          </a:p>
        </p:txBody>
      </p:sp>
      <p:sp>
        <p:nvSpPr>
          <p:cNvPr id="6" name="TextBox 5">
            <a:extLst>
              <a:ext uri="{FF2B5EF4-FFF2-40B4-BE49-F238E27FC236}">
                <a16:creationId xmlns:a16="http://schemas.microsoft.com/office/drawing/2014/main" id="{48A7D7D8-A911-F067-7D11-3E93384A28AC}"/>
              </a:ext>
            </a:extLst>
          </p:cNvPr>
          <p:cNvSpPr txBox="1"/>
          <p:nvPr/>
        </p:nvSpPr>
        <p:spPr>
          <a:xfrm>
            <a:off x="1203510" y="4383758"/>
            <a:ext cx="9891209" cy="923330"/>
          </a:xfrm>
          <a:prstGeom prst="rect">
            <a:avLst/>
          </a:prstGeom>
          <a:noFill/>
        </p:spPr>
        <p:txBody>
          <a:bodyPr wrap="square">
            <a:spAutoFit/>
          </a:bodyPr>
          <a:lstStyle/>
          <a:p>
            <a:pPr algn="just"/>
            <a:r>
              <a:rPr lang="en-US" dirty="0"/>
              <a:t>The lifecycle cost includes the initial capital cost, operation, and maintenance cost, as well as the replacement cost minus the salvage value, which is the project value at the system’s end of life.</a:t>
            </a:r>
          </a:p>
          <a:p>
            <a:pPr algn="just"/>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4E0F069-2F43-5CDA-6A1C-6A8003A18242}"/>
                  </a:ext>
                </a:extLst>
              </p:cNvPr>
              <p:cNvSpPr txBox="1"/>
              <p:nvPr/>
            </p:nvSpPr>
            <p:spPr>
              <a:xfrm>
                <a:off x="2643468" y="3445518"/>
                <a:ext cx="5747497" cy="518860"/>
              </a:xfrm>
              <a:prstGeom prst="rect">
                <a:avLst/>
              </a:prstGeom>
              <a:noFill/>
            </p:spPr>
            <p:txBody>
              <a:bodyPr wrap="square">
                <a:spAutoFit/>
              </a:bodyPr>
              <a:lstStyle/>
              <a:p>
                <a:pPr/>
                <a:r>
                  <a:rPr lang="en-IN" dirty="0"/>
                  <a:t>LCOE </a:t>
                </a:r>
                <a14:m>
                  <m:oMath xmlns:m="http://schemas.openxmlformats.org/officeDocument/2006/math">
                    <m:r>
                      <a:rPr lang="en-IN" i="0">
                        <a:latin typeface="Cambria Math" panose="02040503050406030204" pitchFamily="18" charset="0"/>
                      </a:rPr>
                      <m:t>=</m:t>
                    </m:r>
                    <m:f>
                      <m:fPr>
                        <m:ctrlPr>
                          <a:rPr lang="en-IN" i="1">
                            <a:solidFill>
                              <a:srgbClr val="836967"/>
                            </a:solidFill>
                            <a:latin typeface="Cambria Math" panose="02040503050406030204" pitchFamily="18" charset="0"/>
                          </a:rPr>
                        </m:ctrlPr>
                      </m:fPr>
                      <m:num>
                        <m:r>
                          <a:rPr lang="en-IN" b="0" i="1" smtClean="0">
                            <a:latin typeface="Cambria Math" panose="02040503050406030204" pitchFamily="18" charset="0"/>
                          </a:rPr>
                          <m:t>𝐿𝐶𝐶</m:t>
                        </m:r>
                      </m:num>
                      <m:den>
                        <m:r>
                          <a:rPr lang="en-IN" b="0" i="1" smtClean="0">
                            <a:latin typeface="Cambria Math" panose="02040503050406030204" pitchFamily="18" charset="0"/>
                          </a:rPr>
                          <m:t>𝐸𝑛𝑒𝑟𝑔𝑦</m:t>
                        </m:r>
                        <m:r>
                          <a:rPr lang="en-IN" b="0" i="1" smtClean="0">
                            <a:latin typeface="Cambria Math" panose="02040503050406030204" pitchFamily="18" charset="0"/>
                          </a:rPr>
                          <m:t> </m:t>
                        </m:r>
                        <m:r>
                          <a:rPr lang="en-IN" b="0" i="1" smtClean="0">
                            <a:latin typeface="Cambria Math" panose="02040503050406030204" pitchFamily="18" charset="0"/>
                          </a:rPr>
                          <m:t>𝑃𝑟𝑜𝑑𝑢𝑐𝑒𝑑</m:t>
                        </m:r>
                        <m:r>
                          <a:rPr lang="en-IN" b="0" i="1" smtClean="0">
                            <a:latin typeface="Cambria Math" panose="02040503050406030204" pitchFamily="18" charset="0"/>
                          </a:rPr>
                          <m:t> </m:t>
                        </m:r>
                        <m:r>
                          <a:rPr lang="en-IN" b="0" i="1" smtClean="0">
                            <a:latin typeface="Cambria Math" panose="02040503050406030204" pitchFamily="18" charset="0"/>
                          </a:rPr>
                          <m:t>𝑓𝑟𝑜𝑚</m:t>
                        </m:r>
                        <m:r>
                          <a:rPr lang="en-IN" b="0" i="1" smtClean="0">
                            <a:latin typeface="Cambria Math" panose="02040503050406030204" pitchFamily="18" charset="0"/>
                          </a:rPr>
                          <m:t> </m:t>
                        </m:r>
                        <m:r>
                          <a:rPr lang="en-IN" b="0" i="1" smtClean="0">
                            <a:latin typeface="Cambria Math" panose="02040503050406030204" pitchFamily="18" charset="0"/>
                          </a:rPr>
                          <m:t>𝑠𝑜𝑙𝑎𝑟</m:t>
                        </m:r>
                        <m:r>
                          <a:rPr lang="en-IN" b="0" i="1" smtClean="0">
                            <a:latin typeface="Cambria Math" panose="02040503050406030204" pitchFamily="18" charset="0"/>
                          </a:rPr>
                          <m:t> </m:t>
                        </m:r>
                        <m:r>
                          <a:rPr lang="en-IN" b="0" i="1" smtClean="0">
                            <a:latin typeface="Cambria Math" panose="02040503050406030204" pitchFamily="18" charset="0"/>
                          </a:rPr>
                          <m:t>𝑃𝑉</m:t>
                        </m:r>
                        <m:r>
                          <a:rPr lang="en-IN" b="0" i="1" smtClean="0">
                            <a:latin typeface="Cambria Math" panose="02040503050406030204" pitchFamily="18" charset="0"/>
                          </a:rPr>
                          <m:t> </m:t>
                        </m:r>
                        <m:r>
                          <a:rPr lang="en-IN" b="0" i="1" smtClean="0">
                            <a:latin typeface="Cambria Math" panose="02040503050406030204" pitchFamily="18" charset="0"/>
                          </a:rPr>
                          <m:t>𝑓𝑟𝑜𝑚</m:t>
                        </m:r>
                        <m:r>
                          <a:rPr lang="en-IN" b="0" i="1" smtClean="0">
                            <a:latin typeface="Cambria Math" panose="02040503050406030204" pitchFamily="18" charset="0"/>
                          </a:rPr>
                          <m:t> </m:t>
                        </m:r>
                        <m:r>
                          <a:rPr lang="en-IN" b="0" i="1" smtClean="0">
                            <a:latin typeface="Cambria Math" panose="02040503050406030204" pitchFamily="18" charset="0"/>
                          </a:rPr>
                          <m:t>𝑡h𝑒</m:t>
                        </m:r>
                        <m:r>
                          <a:rPr lang="en-IN" b="0" i="1" smtClean="0">
                            <a:latin typeface="Cambria Math" panose="02040503050406030204" pitchFamily="18" charset="0"/>
                          </a:rPr>
                          <m:t> </m:t>
                        </m:r>
                        <m:r>
                          <a:rPr lang="en-IN" b="0" i="1" smtClean="0">
                            <a:latin typeface="Cambria Math" panose="02040503050406030204" pitchFamily="18" charset="0"/>
                          </a:rPr>
                          <m:t>𝑙𝑖𝑓𝑒</m:t>
                        </m:r>
                        <m:r>
                          <a:rPr lang="en-IN" b="0" i="1" smtClean="0">
                            <a:latin typeface="Cambria Math" panose="02040503050406030204" pitchFamily="18" charset="0"/>
                          </a:rPr>
                          <m:t> </m:t>
                        </m:r>
                        <m:r>
                          <a:rPr lang="en-IN" b="0" i="1" smtClean="0">
                            <a:latin typeface="Cambria Math" panose="02040503050406030204" pitchFamily="18" charset="0"/>
                          </a:rPr>
                          <m:t>𝑡𝑖𝑚𝑒</m:t>
                        </m:r>
                      </m:den>
                    </m:f>
                  </m:oMath>
                </a14:m>
                <a:endParaRPr lang="en-IN" dirty="0"/>
              </a:p>
            </p:txBody>
          </p:sp>
        </mc:Choice>
        <mc:Fallback>
          <p:sp>
            <p:nvSpPr>
              <p:cNvPr id="7" name="TextBox 6">
                <a:extLst>
                  <a:ext uri="{FF2B5EF4-FFF2-40B4-BE49-F238E27FC236}">
                    <a16:creationId xmlns:a16="http://schemas.microsoft.com/office/drawing/2014/main" id="{54E0F069-2F43-5CDA-6A1C-6A8003A18242}"/>
                  </a:ext>
                </a:extLst>
              </p:cNvPr>
              <p:cNvSpPr txBox="1">
                <a:spLocks noRot="1" noChangeAspect="1" noMove="1" noResize="1" noEditPoints="1" noAdjustHandles="1" noChangeArrowheads="1" noChangeShapeType="1" noTextEdit="1"/>
              </p:cNvSpPr>
              <p:nvPr/>
            </p:nvSpPr>
            <p:spPr>
              <a:xfrm>
                <a:off x="2643468" y="3445518"/>
                <a:ext cx="5747497" cy="518860"/>
              </a:xfrm>
              <a:prstGeom prst="rect">
                <a:avLst/>
              </a:prstGeom>
              <a:blipFill>
                <a:blip r:embed="rId3"/>
                <a:stretch>
                  <a:fillRect l="-955" b="-7059"/>
                </a:stretch>
              </a:blipFill>
            </p:spPr>
            <p:txBody>
              <a:bodyPr/>
              <a:lstStyle/>
              <a:p>
                <a:r>
                  <a:rPr lang="en-IN">
                    <a:noFill/>
                  </a:rPr>
                  <a:t> </a:t>
                </a:r>
              </a:p>
            </p:txBody>
          </p:sp>
        </mc:Fallback>
      </mc:AlternateContent>
      <p:pic>
        <p:nvPicPr>
          <p:cNvPr id="9" name="Picture 8">
            <a:extLst>
              <a:ext uri="{FF2B5EF4-FFF2-40B4-BE49-F238E27FC236}">
                <a16:creationId xmlns:a16="http://schemas.microsoft.com/office/drawing/2014/main" id="{5B250282-C6A8-2436-C297-25E7F809A26F}"/>
              </a:ext>
            </a:extLst>
          </p:cNvPr>
          <p:cNvPicPr>
            <a:picLocks noChangeAspect="1"/>
          </p:cNvPicPr>
          <p:nvPr/>
        </p:nvPicPr>
        <p:blipFill>
          <a:blip r:embed="rId4"/>
          <a:stretch>
            <a:fillRect/>
          </a:stretch>
        </p:blipFill>
        <p:spPr>
          <a:xfrm>
            <a:off x="3619734" y="5181601"/>
            <a:ext cx="5408984" cy="615464"/>
          </a:xfrm>
          <a:prstGeom prst="rect">
            <a:avLst/>
          </a:prstGeom>
        </p:spPr>
      </p:pic>
    </p:spTree>
    <p:extLst>
      <p:ext uri="{BB962C8B-B14F-4D97-AF65-F5344CB8AC3E}">
        <p14:creationId xmlns:p14="http://schemas.microsoft.com/office/powerpoint/2010/main" val="2627492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015CD-57FC-8CBA-78FD-A301CA648CCD}"/>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837F6596-6D1C-B9E8-04EC-9EB2CDF8FB8F}"/>
              </a:ext>
            </a:extLst>
          </p:cNvPr>
          <p:cNvSpPr>
            <a:spLocks noGrp="1" noChangeArrowheads="1"/>
          </p:cNvSpPr>
          <p:nvPr>
            <p:ph type="title"/>
          </p:nvPr>
        </p:nvSpPr>
        <p:spPr/>
        <p:txBody>
          <a:bodyPr/>
          <a:lstStyle/>
          <a:p>
            <a:pPr algn="ctr" eaLnBrk="1" hangingPunct="1"/>
            <a:r>
              <a:rPr lang="en-US" altLang="en-US" b="1" dirty="0">
                <a:solidFill>
                  <a:srgbClr val="FF0000"/>
                </a:solidFill>
                <a:latin typeface="Arial Black" panose="020B0A04020102020204" pitchFamily="34" charset="0"/>
              </a:rPr>
              <a:t>Economic Analysis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E92D712-C40E-00BF-C350-3232332A6771}"/>
                  </a:ext>
                </a:extLst>
              </p:cNvPr>
              <p:cNvSpPr>
                <a:spLocks noGrp="1"/>
              </p:cNvSpPr>
              <p:nvPr>
                <p:ph idx="1"/>
              </p:nvPr>
            </p:nvSpPr>
            <p:spPr>
              <a:xfrm>
                <a:off x="1097280" y="2108201"/>
                <a:ext cx="10072744" cy="3760891"/>
              </a:xfrm>
            </p:spPr>
            <p:txBody>
              <a:bodyPr>
                <a:normAutofit fontScale="92500" lnSpcReduction="20000"/>
              </a:bodyPr>
              <a:lstStyle/>
              <a:p>
                <a:r>
                  <a:rPr lang="en-IN" sz="3200" dirty="0">
                    <a:solidFill>
                      <a:schemeClr val="accent1"/>
                    </a:solidFill>
                  </a:rPr>
                  <a:t> Levelized Cost of Energy (LCOE)</a:t>
                </a:r>
              </a:p>
              <a:p>
                <a:pPr>
                  <a:lnSpc>
                    <a:spcPct val="107000"/>
                  </a:lnSpc>
                  <a:spcAft>
                    <a:spcPts val="800"/>
                  </a:spcAft>
                </a:pPr>
                <a:r>
                  <a:rPr lang="en-IN" sz="2400" dirty="0">
                    <a:solidFill>
                      <a:schemeClr val="tx1"/>
                    </a:solidFill>
                    <a:latin typeface="Times New Roman" panose="02020603050405020304" pitchFamily="18" charset="0"/>
                    <a:cs typeface="Times New Roman" panose="02020603050405020304" pitchFamily="18" charset="0"/>
                  </a:rPr>
                  <a:t>Capital Cost includes cost of all equipment's.  ( Refer the company website and find the cost of all equipment’s)</a:t>
                </a:r>
                <a:r>
                  <a:rPr lang="en-IN" sz="1800" kern="100" dirty="0">
                    <a:effectLst/>
                    <a:ea typeface="Calibri" panose="020F0502020204030204" pitchFamily="34" charset="0"/>
                    <a:cs typeface="Times New Roman" panose="02020603050405020304" pitchFamily="18" charset="0"/>
                  </a:rPr>
                  <a:t> </a:t>
                </a:r>
              </a:p>
              <a:p>
                <a:pPr>
                  <a:lnSpc>
                    <a:spcPct val="107000"/>
                  </a:lnSpc>
                  <a:spcAft>
                    <a:spcPts val="800"/>
                  </a:spcAft>
                </a:pPr>
                <a14:m>
                  <m:oMath xmlns:m="http://schemas.openxmlformats.org/officeDocument/2006/math">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𝐶𝑎𝑝𝑖𝑡𝑎𝑙</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 </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𝐶𝑜𝑠𝑡</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𝑇𝑜𝑡𝑎𝑙</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 </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𝐸𝑞𝑢𝑖𝑝𝑚𝑒𝑛𝑡</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 </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𝐶𝑜𝑠𝑡</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𝐼𝑛𝑠𝑡𝑎𝑙𝑙𝑎𝑡𝑖𝑜𝑛</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 </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𝑐𝑜𝑠𝑡</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𝑃𝑟𝑜𝑡𝑒𝑐𝑡𝑖𝑜𝑛</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 </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𝑃𝑎𝑛𝑙𝑒</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 </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𝐶𝑜𝑠𝑡</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𝑜𝑡h𝑒𝑟</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 </m:t>
                    </m:r>
                    <m:r>
                      <a:rPr lang="en-IN" sz="1800" i="1" kern="100">
                        <a:effectLst/>
                        <a:latin typeface="Cambria Math" panose="02040503050406030204" pitchFamily="18" charset="0"/>
                        <a:ea typeface="Calibri" panose="020F0502020204030204" pitchFamily="34" charset="0"/>
                        <a:cs typeface="Times New Roman" panose="02020603050405020304" pitchFamily="18" charset="0"/>
                      </a:rPr>
                      <m:t>𝑐𝑜𝑠𝑡</m:t>
                    </m:r>
                  </m:oMath>
                </a14:m>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800" kern="100" dirty="0">
                    <a:effectLst/>
                    <a:latin typeface="Calibri" panose="020F0502020204030204" pitchFamily="34" charset="0"/>
                    <a:ea typeface="Times New Roman" panose="02020603050405020304" pitchFamily="18" charset="0"/>
                    <a:cs typeface="Times New Roman" panose="02020603050405020304" pitchFamily="18" charset="0"/>
                  </a:rPr>
                  <a:t>Installation Cost= </a:t>
                </a:r>
                <a:r>
                  <a:rPr lang="en-IN" sz="2800" kern="100" dirty="0">
                    <a:latin typeface="Calibri" panose="020F0502020204030204" pitchFamily="34" charset="0"/>
                    <a:ea typeface="Times New Roman" panose="02020603050405020304" pitchFamily="18" charset="0"/>
                    <a:cs typeface="Times New Roman" panose="02020603050405020304" pitchFamily="18" charset="0"/>
                  </a:rPr>
                  <a:t>2</a:t>
                </a:r>
                <a:r>
                  <a:rPr lang="en-IN" sz="2800" kern="100" dirty="0">
                    <a:effectLst/>
                    <a:latin typeface="Calibri" panose="020F0502020204030204" pitchFamily="34" charset="0"/>
                    <a:ea typeface="Times New Roman" panose="02020603050405020304" pitchFamily="18" charset="0"/>
                    <a:cs typeface="Times New Roman" panose="02020603050405020304" pitchFamily="18" charset="0"/>
                  </a:rPr>
                  <a:t>0 % of solar PV, Battery and Inverter Cost</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800" kern="100" dirty="0">
                    <a:effectLst/>
                    <a:latin typeface="Calibri" panose="020F0502020204030204" pitchFamily="34" charset="0"/>
                    <a:ea typeface="Times New Roman" panose="02020603050405020304" pitchFamily="18" charset="0"/>
                    <a:cs typeface="Times New Roman" panose="02020603050405020304" pitchFamily="18" charset="0"/>
                  </a:rPr>
                  <a:t>Protection Panel Cost= </a:t>
                </a:r>
                <a:r>
                  <a:rPr lang="en-IN" sz="2800" kern="100" dirty="0">
                    <a:latin typeface="Calibri" panose="020F0502020204030204" pitchFamily="34" charset="0"/>
                    <a:ea typeface="Times New Roman" panose="02020603050405020304" pitchFamily="18" charset="0"/>
                    <a:cs typeface="Times New Roman" panose="02020603050405020304" pitchFamily="18" charset="0"/>
                  </a:rPr>
                  <a:t>2</a:t>
                </a:r>
                <a:r>
                  <a:rPr lang="en-IN" sz="2800" kern="100" dirty="0">
                    <a:effectLst/>
                    <a:latin typeface="Calibri" panose="020F0502020204030204" pitchFamily="34" charset="0"/>
                    <a:ea typeface="Times New Roman" panose="02020603050405020304" pitchFamily="18" charset="0"/>
                    <a:cs typeface="Times New Roman" panose="02020603050405020304" pitchFamily="18" charset="0"/>
                  </a:rPr>
                  <a:t>0 % of solar PV, Battery and Inverter Cost</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800" kern="100" dirty="0">
                    <a:effectLst/>
                    <a:latin typeface="Calibri" panose="020F0502020204030204" pitchFamily="34" charset="0"/>
                    <a:ea typeface="Times New Roman" panose="02020603050405020304" pitchFamily="18" charset="0"/>
                    <a:cs typeface="Times New Roman" panose="02020603050405020304" pitchFamily="18" charset="0"/>
                  </a:rPr>
                  <a:t>Other Cost= </a:t>
                </a:r>
                <a:r>
                  <a:rPr lang="en-IN" sz="2800" kern="100" dirty="0">
                    <a:latin typeface="Calibri" panose="020F0502020204030204" pitchFamily="34" charset="0"/>
                    <a:ea typeface="Times New Roman" panose="02020603050405020304" pitchFamily="18" charset="0"/>
                    <a:cs typeface="Times New Roman" panose="02020603050405020304" pitchFamily="18" charset="0"/>
                  </a:rPr>
                  <a:t>2</a:t>
                </a:r>
                <a:r>
                  <a:rPr lang="en-IN" sz="2800" kern="100" dirty="0">
                    <a:effectLst/>
                    <a:latin typeface="Calibri" panose="020F0502020204030204" pitchFamily="34" charset="0"/>
                    <a:ea typeface="Times New Roman" panose="02020603050405020304" pitchFamily="18" charset="0"/>
                    <a:cs typeface="Times New Roman" panose="02020603050405020304" pitchFamily="18" charset="0"/>
                  </a:rPr>
                  <a:t>0 % of solar PV, Battery and Inverter Cost</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endParaRPr lang="en-IN" sz="24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BE92D712-C40E-00BF-C350-3232332A6771}"/>
                  </a:ext>
                </a:extLst>
              </p:cNvPr>
              <p:cNvSpPr>
                <a:spLocks noGrp="1" noRot="1" noChangeAspect="1" noMove="1" noResize="1" noEditPoints="1" noAdjustHandles="1" noChangeArrowheads="1" noChangeShapeType="1" noTextEdit="1"/>
              </p:cNvSpPr>
              <p:nvPr>
                <p:ph idx="1"/>
              </p:nvPr>
            </p:nvSpPr>
            <p:spPr>
              <a:xfrm>
                <a:off x="1097280" y="2108201"/>
                <a:ext cx="10072744" cy="3760891"/>
              </a:xfrm>
              <a:blipFill>
                <a:blip r:embed="rId3"/>
                <a:stretch>
                  <a:fillRect l="-1271" t="-4214" r="-545"/>
                </a:stretch>
              </a:blipFill>
            </p:spPr>
            <p:txBody>
              <a:bodyPr/>
              <a:lstStyle/>
              <a:p>
                <a:r>
                  <a:rPr lang="en-IN">
                    <a:noFill/>
                  </a:rPr>
                  <a:t> </a:t>
                </a:r>
              </a:p>
            </p:txBody>
          </p:sp>
        </mc:Fallback>
      </mc:AlternateContent>
    </p:spTree>
    <p:extLst>
      <p:ext uri="{BB962C8B-B14F-4D97-AF65-F5344CB8AC3E}">
        <p14:creationId xmlns:p14="http://schemas.microsoft.com/office/powerpoint/2010/main" val="1936231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EC84A-EEB3-B12B-1DB7-9643C4A542B2}"/>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291C7847-A99C-C110-D63B-4A1D4D03977A}"/>
              </a:ext>
            </a:extLst>
          </p:cNvPr>
          <p:cNvSpPr>
            <a:spLocks noGrp="1" noChangeArrowheads="1"/>
          </p:cNvSpPr>
          <p:nvPr>
            <p:ph type="title"/>
          </p:nvPr>
        </p:nvSpPr>
        <p:spPr/>
        <p:txBody>
          <a:bodyPr/>
          <a:lstStyle/>
          <a:p>
            <a:pPr algn="ctr" eaLnBrk="1" hangingPunct="1"/>
            <a:r>
              <a:rPr lang="en-US" altLang="en-US" b="1" dirty="0">
                <a:solidFill>
                  <a:srgbClr val="FF0000"/>
                </a:solidFill>
                <a:latin typeface="Arial Black" panose="020B0A04020102020204" pitchFamily="34" charset="0"/>
              </a:rPr>
              <a:t>Economic Analysis</a:t>
            </a:r>
          </a:p>
        </p:txBody>
      </p:sp>
      <p:sp>
        <p:nvSpPr>
          <p:cNvPr id="3" name="Content Placeholder 2">
            <a:extLst>
              <a:ext uri="{FF2B5EF4-FFF2-40B4-BE49-F238E27FC236}">
                <a16:creationId xmlns:a16="http://schemas.microsoft.com/office/drawing/2014/main" id="{11E7BFB1-3C29-87A1-0FDF-1759CD89D55F}"/>
              </a:ext>
            </a:extLst>
          </p:cNvPr>
          <p:cNvSpPr>
            <a:spLocks noGrp="1"/>
          </p:cNvSpPr>
          <p:nvPr>
            <p:ph idx="1"/>
          </p:nvPr>
        </p:nvSpPr>
        <p:spPr>
          <a:xfrm>
            <a:off x="699247" y="1937872"/>
            <a:ext cx="10936941" cy="4202952"/>
          </a:xfrm>
        </p:spPr>
        <p:txBody>
          <a:bodyPr>
            <a:normAutofit fontScale="85000" lnSpcReduction="20000"/>
          </a:bodyPr>
          <a:lstStyle/>
          <a:p>
            <a:r>
              <a:rPr lang="en-IN" sz="2100" dirty="0">
                <a:solidFill>
                  <a:schemeClr val="accent1"/>
                </a:solidFill>
              </a:rPr>
              <a:t> Levelized Cost of Energy (LCOE)</a:t>
            </a:r>
          </a:p>
          <a:p>
            <a:pPr>
              <a:buFont typeface="Arial" panose="020B0604020202020204" pitchFamily="34" charset="0"/>
              <a:buChar char="•"/>
            </a:pPr>
            <a:r>
              <a:rPr lang="en-IN" sz="2100" dirty="0">
                <a:solidFill>
                  <a:schemeClr val="tx1"/>
                </a:solidFill>
                <a:latin typeface="Times New Roman" panose="02020603050405020304" pitchFamily="18" charset="0"/>
                <a:cs typeface="Times New Roman" panose="02020603050405020304" pitchFamily="18" charset="0"/>
              </a:rPr>
              <a:t>Operation and Maintenance cost can be considered as 0.5% of capital cost. </a:t>
            </a:r>
          </a:p>
          <a:p>
            <a:pPr>
              <a:buFont typeface="Arial" panose="020B0604020202020204" pitchFamily="34" charset="0"/>
              <a:buChar char="•"/>
            </a:pPr>
            <a:r>
              <a:rPr lang="en-IN" sz="2100" dirty="0">
                <a:solidFill>
                  <a:schemeClr val="tx1"/>
                </a:solidFill>
                <a:latin typeface="Times New Roman" panose="02020603050405020304" pitchFamily="18" charset="0"/>
                <a:cs typeface="Times New Roman" panose="02020603050405020304" pitchFamily="18" charset="0"/>
              </a:rPr>
              <a:t>Assume 0.5 % in Operation and Maintenance for first 10 Years and 1.5 % increase in 11-15 Years and 2.5 % 16-20 Years and 4% in 21-25 Years.</a:t>
            </a:r>
          </a:p>
          <a:p>
            <a:pPr>
              <a:buFont typeface="Arial" panose="020B0604020202020204" pitchFamily="34" charset="0"/>
              <a:buChar char="•"/>
            </a:pPr>
            <a:r>
              <a:rPr lang="en-IN" sz="2100" dirty="0">
                <a:solidFill>
                  <a:schemeClr val="tx1"/>
                </a:solidFill>
                <a:latin typeface="Times New Roman" panose="02020603050405020304" pitchFamily="18" charset="0"/>
                <a:cs typeface="Times New Roman" panose="02020603050405020304" pitchFamily="18" charset="0"/>
              </a:rPr>
              <a:t>Replacement Cost= Inverter Replacement cost (after 15 Years) +  Battery Replacement Cost (After 15 Years). </a:t>
            </a:r>
          </a:p>
          <a:p>
            <a:pPr>
              <a:buFont typeface="Arial" panose="020B0604020202020204" pitchFamily="34" charset="0"/>
              <a:buChar char="•"/>
            </a:pPr>
            <a:r>
              <a:rPr lang="en-IN" sz="2100" dirty="0">
                <a:solidFill>
                  <a:schemeClr val="tx1"/>
                </a:solidFill>
                <a:latin typeface="Times New Roman" panose="02020603050405020304" pitchFamily="18" charset="0"/>
                <a:cs typeface="Times New Roman" panose="02020603050405020304" pitchFamily="18" charset="0"/>
              </a:rPr>
              <a:t>Salvage cost= Assume 15% of systems Capital cost</a:t>
            </a:r>
          </a:p>
          <a:p>
            <a:pPr>
              <a:buFont typeface="Arial" panose="020B0604020202020204" pitchFamily="34" charset="0"/>
              <a:buChar char="•"/>
            </a:pPr>
            <a:r>
              <a:rPr lang="en-IN" sz="2100" dirty="0">
                <a:solidFill>
                  <a:schemeClr val="tx1"/>
                </a:solidFill>
                <a:latin typeface="Times New Roman" panose="02020603050405020304" pitchFamily="18" charset="0"/>
                <a:cs typeface="Times New Roman" panose="02020603050405020304" pitchFamily="18" charset="0"/>
              </a:rPr>
              <a:t>Assume life time as 25 Years. </a:t>
            </a:r>
            <a:r>
              <a:rPr lang="en-US" sz="2100" dirty="0"/>
              <a:t>Annual Production (Year n)=Initial Production×(1−Degradation Rate)^n</a:t>
            </a:r>
          </a:p>
          <a:p>
            <a:pPr algn="just">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a:t>
            </a:r>
            <a:r>
              <a:rPr lang="en-US" sz="2100" b="1" dirty="0">
                <a:latin typeface="Times New Roman" panose="02020603050405020304" pitchFamily="18" charset="0"/>
                <a:cs typeface="Times New Roman" panose="02020603050405020304" pitchFamily="18" charset="0"/>
              </a:rPr>
              <a:t>typical degradation rate</a:t>
            </a:r>
            <a:r>
              <a:rPr lang="en-US" sz="2100" dirty="0">
                <a:latin typeface="Times New Roman" panose="02020603050405020304" pitchFamily="18" charset="0"/>
                <a:cs typeface="Times New Roman" panose="02020603050405020304" pitchFamily="18" charset="0"/>
              </a:rPr>
              <a:t> of modern solar PV panels is between </a:t>
            </a:r>
            <a:r>
              <a:rPr lang="en-US" sz="2100" b="1" dirty="0">
                <a:latin typeface="Times New Roman" panose="02020603050405020304" pitchFamily="18" charset="0"/>
                <a:cs typeface="Times New Roman" panose="02020603050405020304" pitchFamily="18" charset="0"/>
              </a:rPr>
              <a:t>0.5% and 1% per year</a:t>
            </a:r>
            <a:r>
              <a:rPr lang="en-US" sz="2100" dirty="0">
                <a:latin typeface="Times New Roman" panose="02020603050405020304" pitchFamily="18" charset="0"/>
                <a:cs typeface="Times New Roman" panose="02020603050405020304" pitchFamily="18" charset="0"/>
              </a:rPr>
              <a:t>, depending on the module quality, manufacturer, and environmental conditions. After 25 years, a well-maintained system typically operates at </a:t>
            </a:r>
            <a:r>
              <a:rPr lang="en-US" sz="2100" b="1" dirty="0">
                <a:latin typeface="Times New Roman" panose="02020603050405020304" pitchFamily="18" charset="0"/>
                <a:cs typeface="Times New Roman" panose="02020603050405020304" pitchFamily="18" charset="0"/>
              </a:rPr>
              <a:t>75–85% of its initial capacity</a:t>
            </a:r>
            <a:r>
              <a:rPr lang="en-US" sz="2100"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High-quality panels</a:t>
            </a:r>
            <a:r>
              <a:rPr lang="en-US" sz="2100" dirty="0">
                <a:latin typeface="Times New Roman" panose="02020603050405020304" pitchFamily="18" charset="0"/>
                <a:cs typeface="Times New Roman" panose="02020603050405020304" pitchFamily="18" charset="0"/>
              </a:rPr>
              <a:t>: Degrade at ~0.5% per year.</a:t>
            </a:r>
          </a:p>
          <a:p>
            <a:pPr algn="just">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Standard panels</a:t>
            </a:r>
            <a:r>
              <a:rPr lang="en-US" sz="2100" dirty="0">
                <a:latin typeface="Times New Roman" panose="02020603050405020304" pitchFamily="18" charset="0"/>
                <a:cs typeface="Times New Roman" panose="02020603050405020304" pitchFamily="18" charset="0"/>
              </a:rPr>
              <a:t>: Degrade at ~0.8–1% per year. (Assume We use Standard Panel having 1% Degradation Rate)</a:t>
            </a:r>
          </a:p>
          <a:p>
            <a:pPr>
              <a:buFont typeface="Arial" panose="020B0604020202020204" pitchFamily="34" charset="0"/>
              <a:buChar char="•"/>
            </a:pP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27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536EA-0CBE-853B-0DBC-77426BFEBD04}"/>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DB35036B-6D59-AA1A-C249-1DFD3C612835}"/>
              </a:ext>
            </a:extLst>
          </p:cNvPr>
          <p:cNvSpPr>
            <a:spLocks noGrp="1" noChangeArrowheads="1"/>
          </p:cNvSpPr>
          <p:nvPr>
            <p:ph type="title"/>
          </p:nvPr>
        </p:nvSpPr>
        <p:spPr/>
        <p:txBody>
          <a:bodyPr/>
          <a:lstStyle/>
          <a:p>
            <a:pPr algn="ctr" eaLnBrk="1" hangingPunct="1"/>
            <a:r>
              <a:rPr lang="en-US" altLang="en-US" b="1" dirty="0">
                <a:solidFill>
                  <a:srgbClr val="FF0000"/>
                </a:solidFill>
                <a:latin typeface="Arial Black" panose="020B0A04020102020204" pitchFamily="34" charset="0"/>
              </a:rPr>
              <a:t>Economic Analysis</a:t>
            </a:r>
          </a:p>
        </p:txBody>
      </p:sp>
      <p:sp>
        <p:nvSpPr>
          <p:cNvPr id="3" name="Content Placeholder 2">
            <a:extLst>
              <a:ext uri="{FF2B5EF4-FFF2-40B4-BE49-F238E27FC236}">
                <a16:creationId xmlns:a16="http://schemas.microsoft.com/office/drawing/2014/main" id="{657179A8-58CF-5C29-8603-4AD60F7856C2}"/>
              </a:ext>
            </a:extLst>
          </p:cNvPr>
          <p:cNvSpPr>
            <a:spLocks noGrp="1"/>
          </p:cNvSpPr>
          <p:nvPr>
            <p:ph idx="1"/>
          </p:nvPr>
        </p:nvSpPr>
        <p:spPr>
          <a:xfrm>
            <a:off x="1097279" y="1937872"/>
            <a:ext cx="10314791" cy="4202952"/>
          </a:xfrm>
        </p:spPr>
        <p:txBody>
          <a:bodyPr>
            <a:normAutofit fontScale="92500" lnSpcReduction="10000"/>
          </a:bodyPr>
          <a:lstStyle/>
          <a:p>
            <a:r>
              <a:rPr lang="en-IN" sz="2100" dirty="0">
                <a:solidFill>
                  <a:schemeClr val="accent1"/>
                </a:solidFill>
              </a:rPr>
              <a:t> Net Present Value (NPV)</a:t>
            </a:r>
          </a:p>
          <a:p>
            <a:pPr algn="just"/>
            <a:r>
              <a:rPr lang="en-US" sz="2000" dirty="0">
                <a:latin typeface="Times New Roman" panose="02020603050405020304" pitchFamily="18" charset="0"/>
                <a:cs typeface="Times New Roman" panose="02020603050405020304" pitchFamily="18" charset="0"/>
              </a:rPr>
              <a:t>The net present value refers to the difference between today’s value of cash inflow and the cash outflow over a project or business’s lifetime. </a:t>
            </a:r>
          </a:p>
          <a:p>
            <a:pPr algn="just"/>
            <a:endParaRPr lang="en-US"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dirty="0"/>
              <a:t>where N is the number of years of the economic analysis, t is the year variable in each summation, d refers to the discount rate, Revenue is the PV system revenue in year t, and Cost represents the system cost in year t.</a:t>
            </a:r>
            <a:endParaRPr lang="en-US" sz="2000" dirty="0">
              <a:latin typeface="Times New Roman" panose="02020603050405020304" pitchFamily="18" charset="0"/>
              <a:cs typeface="Times New Roman" panose="02020603050405020304" pitchFamily="18" charset="0"/>
            </a:endParaRPr>
          </a:p>
          <a:p>
            <a:pPr algn="just"/>
            <a:r>
              <a:rPr lang="en-IN" dirty="0">
                <a:solidFill>
                  <a:schemeClr val="tx1"/>
                </a:solidFill>
                <a:latin typeface="Times New Roman" panose="02020603050405020304" pitchFamily="18" charset="0"/>
                <a:cs typeface="Times New Roman" panose="02020603050405020304" pitchFamily="18" charset="0"/>
              </a:rPr>
              <a:t>Assume Discount Rate as 8%. </a:t>
            </a:r>
          </a:p>
          <a:p>
            <a:pPr algn="just"/>
            <a:r>
              <a:rPr lang="en-IN" dirty="0">
                <a:solidFill>
                  <a:schemeClr val="tx1"/>
                </a:solidFill>
                <a:latin typeface="Times New Roman" panose="02020603050405020304" pitchFamily="18" charset="0"/>
                <a:cs typeface="Times New Roman" panose="02020603050405020304" pitchFamily="18" charset="0"/>
              </a:rPr>
              <a:t>Revenue in a year= Energy Unit Produced in a particular year *Electricity Tariff per unit</a:t>
            </a:r>
          </a:p>
          <a:p>
            <a:pPr algn="just"/>
            <a:r>
              <a:rPr lang="en-IN" dirty="0">
                <a:solidFill>
                  <a:schemeClr val="tx1"/>
                </a:solidFill>
                <a:latin typeface="Times New Roman" panose="02020603050405020304" pitchFamily="18" charset="0"/>
                <a:cs typeface="Times New Roman" panose="02020603050405020304" pitchFamily="18" charset="0"/>
              </a:rPr>
              <a:t>(In Tamil Nadu, for the Private Educational Institute, the Electricity Tariff is Rs. </a:t>
            </a:r>
            <a:r>
              <a:rPr lang="en-IN" dirty="0">
                <a:latin typeface="Times New Roman" panose="02020603050405020304" pitchFamily="18" charset="0"/>
                <a:cs typeface="Times New Roman" panose="02020603050405020304" pitchFamily="18" charset="0"/>
              </a:rPr>
              <a:t>9.10 per unit)</a:t>
            </a:r>
            <a:endParaRPr lang="en-IN"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421CBFC-8230-0D43-149A-DC1C8C194F54}"/>
              </a:ext>
            </a:extLst>
          </p:cNvPr>
          <p:cNvPicPr>
            <a:picLocks noChangeAspect="1"/>
          </p:cNvPicPr>
          <p:nvPr/>
        </p:nvPicPr>
        <p:blipFill>
          <a:blip r:embed="rId3"/>
          <a:stretch>
            <a:fillRect/>
          </a:stretch>
        </p:blipFill>
        <p:spPr>
          <a:xfrm>
            <a:off x="4015077" y="3028894"/>
            <a:ext cx="3562847" cy="800212"/>
          </a:xfrm>
          <a:prstGeom prst="rect">
            <a:avLst/>
          </a:prstGeom>
        </p:spPr>
      </p:pic>
    </p:spTree>
    <p:extLst>
      <p:ext uri="{BB962C8B-B14F-4D97-AF65-F5344CB8AC3E}">
        <p14:creationId xmlns:p14="http://schemas.microsoft.com/office/powerpoint/2010/main" val="2279163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49B15-FD36-CE6B-8B70-8B1775E40C1D}"/>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2815E437-0066-6B8F-9863-C9E86E26C753}"/>
              </a:ext>
            </a:extLst>
          </p:cNvPr>
          <p:cNvSpPr>
            <a:spLocks noGrp="1" noChangeArrowheads="1"/>
          </p:cNvSpPr>
          <p:nvPr>
            <p:ph type="title"/>
          </p:nvPr>
        </p:nvSpPr>
        <p:spPr/>
        <p:txBody>
          <a:bodyPr/>
          <a:lstStyle/>
          <a:p>
            <a:pPr algn="ctr" eaLnBrk="1" hangingPunct="1"/>
            <a:r>
              <a:rPr lang="en-US" altLang="en-US" b="1" dirty="0">
                <a:solidFill>
                  <a:srgbClr val="FF0000"/>
                </a:solidFill>
                <a:latin typeface="Arial Black" panose="020B0A04020102020204" pitchFamily="34" charset="0"/>
              </a:rPr>
              <a:t>Economic Analysis</a:t>
            </a:r>
          </a:p>
        </p:txBody>
      </p:sp>
      <p:sp>
        <p:nvSpPr>
          <p:cNvPr id="3" name="Content Placeholder 2">
            <a:extLst>
              <a:ext uri="{FF2B5EF4-FFF2-40B4-BE49-F238E27FC236}">
                <a16:creationId xmlns:a16="http://schemas.microsoft.com/office/drawing/2014/main" id="{0B8F3F19-84AD-C8C0-DC0C-B558F225997E}"/>
              </a:ext>
            </a:extLst>
          </p:cNvPr>
          <p:cNvSpPr>
            <a:spLocks noGrp="1"/>
          </p:cNvSpPr>
          <p:nvPr>
            <p:ph idx="1"/>
          </p:nvPr>
        </p:nvSpPr>
        <p:spPr>
          <a:xfrm>
            <a:off x="1097279" y="1937872"/>
            <a:ext cx="10314791" cy="4202952"/>
          </a:xfrm>
        </p:spPr>
        <p:txBody>
          <a:bodyPr>
            <a:normAutofit lnSpcReduction="10000"/>
          </a:bodyPr>
          <a:lstStyle/>
          <a:p>
            <a:r>
              <a:rPr lang="en-IN" sz="2100" dirty="0">
                <a:solidFill>
                  <a:schemeClr val="accent1"/>
                </a:solidFill>
              </a:rPr>
              <a:t> Net Present Value (NPV)</a:t>
            </a:r>
          </a:p>
          <a:p>
            <a:pPr>
              <a:buFont typeface="Arial" panose="020B0604020202020204" pitchFamily="34" charset="0"/>
              <a:buChar char="•"/>
            </a:pPr>
            <a:r>
              <a:rPr lang="en-US" sz="2000" b="1" dirty="0"/>
              <a:t>Positive NPV (NPV&gt;)</a:t>
            </a:r>
            <a:r>
              <a:rPr lang="en-US" sz="2000" dirty="0"/>
              <a:t>:The project generates more cash inflows than outflows in present value terms, indicating it is </a:t>
            </a:r>
            <a:r>
              <a:rPr lang="en-US" sz="2000" b="1" dirty="0"/>
              <a:t>profitable</a:t>
            </a:r>
            <a:r>
              <a:rPr lang="en-US" sz="2000" dirty="0"/>
              <a:t>.</a:t>
            </a:r>
          </a:p>
          <a:p>
            <a:pPr>
              <a:buFont typeface="Arial" panose="020B0604020202020204" pitchFamily="34" charset="0"/>
              <a:buChar char="•"/>
            </a:pPr>
            <a:r>
              <a:rPr lang="en-US" sz="2000" dirty="0"/>
              <a:t>Accepting the project will increase the value of the investment.</a:t>
            </a:r>
          </a:p>
          <a:p>
            <a:pPr>
              <a:buFont typeface="Arial" panose="020B0604020202020204" pitchFamily="34" charset="0"/>
              <a:buChar char="•"/>
            </a:pPr>
            <a:r>
              <a:rPr lang="en-US" b="1" dirty="0"/>
              <a:t>Negative NPV (NPV&lt;0)</a:t>
            </a:r>
            <a:r>
              <a:rPr lang="en-US" dirty="0"/>
              <a:t>:The project’s cash inflows are insufficient to cover the initial investment and other costs in present value terms.</a:t>
            </a:r>
          </a:p>
          <a:p>
            <a:pPr>
              <a:buFont typeface="Arial" panose="020B0604020202020204" pitchFamily="34" charset="0"/>
              <a:buChar char="•"/>
            </a:pPr>
            <a:r>
              <a:rPr lang="en-US" dirty="0"/>
              <a:t>Indicates the project will result in a </a:t>
            </a:r>
            <a:r>
              <a:rPr lang="en-US" b="1" dirty="0"/>
              <a:t>net loss</a:t>
            </a:r>
            <a:r>
              <a:rPr lang="en-US" dirty="0"/>
              <a:t> and should be rejected.</a:t>
            </a:r>
          </a:p>
          <a:p>
            <a:pPr>
              <a:buFont typeface="Arial" panose="020B0604020202020204" pitchFamily="34" charset="0"/>
              <a:buChar char="•"/>
            </a:pPr>
            <a:r>
              <a:rPr lang="en-US" b="1" dirty="0"/>
              <a:t>Zero NPV (NPV=0)</a:t>
            </a:r>
            <a:r>
              <a:rPr lang="en-US" dirty="0"/>
              <a:t>:The project’s inflows and outflows are equal in present value terms.</a:t>
            </a:r>
          </a:p>
          <a:p>
            <a:pPr>
              <a:buFont typeface="Arial" panose="020B0604020202020204" pitchFamily="34" charset="0"/>
              <a:buChar char="•"/>
            </a:pPr>
            <a:r>
              <a:rPr lang="en-US" dirty="0"/>
              <a:t>The project neither gains nor loses value but meets the minimum required rate of return (discount rate).</a:t>
            </a:r>
          </a:p>
          <a:p>
            <a:pPr>
              <a:buFont typeface="Arial" panose="020B0604020202020204" pitchFamily="34" charset="0"/>
              <a:buChar char="•"/>
            </a:pPr>
            <a:endParaRPr lang="en-US" dirty="0"/>
          </a:p>
          <a:p>
            <a:pPr>
              <a:buFont typeface="Arial" panose="020B0604020202020204" pitchFamily="34" charset="0"/>
              <a:buChar char="•"/>
            </a:pPr>
            <a:endParaRPr lang="en-US" sz="2000" dirty="0"/>
          </a:p>
          <a:p>
            <a:endParaRPr lang="en-IN" sz="2100" dirty="0">
              <a:solidFill>
                <a:schemeClr val="accent1"/>
              </a:solidFill>
            </a:endParaRPr>
          </a:p>
        </p:txBody>
      </p:sp>
    </p:spTree>
    <p:extLst>
      <p:ext uri="{BB962C8B-B14F-4D97-AF65-F5344CB8AC3E}">
        <p14:creationId xmlns:p14="http://schemas.microsoft.com/office/powerpoint/2010/main" val="2632520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0577A-15B1-C65E-E205-5606E7F1C216}"/>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F1AFD666-284E-257E-7E5A-9E86723CB794}"/>
              </a:ext>
            </a:extLst>
          </p:cNvPr>
          <p:cNvSpPr>
            <a:spLocks noGrp="1" noChangeArrowheads="1"/>
          </p:cNvSpPr>
          <p:nvPr>
            <p:ph type="title"/>
          </p:nvPr>
        </p:nvSpPr>
        <p:spPr/>
        <p:txBody>
          <a:bodyPr/>
          <a:lstStyle/>
          <a:p>
            <a:pPr algn="ctr" eaLnBrk="1" hangingPunct="1"/>
            <a:r>
              <a:rPr lang="en-US" altLang="en-US" b="1" dirty="0">
                <a:solidFill>
                  <a:srgbClr val="FF0000"/>
                </a:solidFill>
                <a:latin typeface="Arial Black" panose="020B0A04020102020204" pitchFamily="34" charset="0"/>
              </a:rPr>
              <a:t>Economic Analysis</a:t>
            </a:r>
          </a:p>
        </p:txBody>
      </p:sp>
      <p:sp>
        <p:nvSpPr>
          <p:cNvPr id="3" name="Content Placeholder 2">
            <a:extLst>
              <a:ext uri="{FF2B5EF4-FFF2-40B4-BE49-F238E27FC236}">
                <a16:creationId xmlns:a16="http://schemas.microsoft.com/office/drawing/2014/main" id="{820DD10C-6324-2138-C72E-DF055C05F6F9}"/>
              </a:ext>
            </a:extLst>
          </p:cNvPr>
          <p:cNvSpPr>
            <a:spLocks noGrp="1"/>
          </p:cNvSpPr>
          <p:nvPr>
            <p:ph idx="1"/>
          </p:nvPr>
        </p:nvSpPr>
        <p:spPr>
          <a:xfrm>
            <a:off x="1097279" y="1937872"/>
            <a:ext cx="10314791" cy="4202952"/>
          </a:xfrm>
        </p:spPr>
        <p:txBody>
          <a:bodyPr>
            <a:normAutofit/>
          </a:bodyPr>
          <a:lstStyle/>
          <a:p>
            <a:r>
              <a:rPr lang="en-IN" sz="2100" dirty="0">
                <a:solidFill>
                  <a:schemeClr val="accent1"/>
                </a:solidFill>
              </a:rPr>
              <a:t> Payback Period:</a:t>
            </a:r>
          </a:p>
          <a:p>
            <a:r>
              <a:rPr lang="en-US" dirty="0"/>
              <a:t>Payback period refers to the time needed for an investment to o set the amount invested in terms of profits or net cash flow. </a:t>
            </a:r>
            <a:endParaRPr lang="en-IN" sz="2100" dirty="0">
              <a:solidFill>
                <a:schemeClr val="accent1"/>
              </a:solidFill>
            </a:endParaRPr>
          </a:p>
          <a:p>
            <a:endParaRPr lang="en-IN" sz="2100" dirty="0">
              <a:solidFill>
                <a:schemeClr val="accent1"/>
              </a:solidFill>
            </a:endParaRPr>
          </a:p>
          <a:p>
            <a:endParaRPr lang="en-US" sz="2000" dirty="0"/>
          </a:p>
          <a:p>
            <a:endParaRPr lang="en-IN" sz="2100" dirty="0">
              <a:solidFill>
                <a:schemeClr val="accent1"/>
              </a:solidFill>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25B1A30-6512-8D67-E141-AF57CFE84ED9}"/>
                  </a:ext>
                </a:extLst>
              </p:cNvPr>
              <p:cNvSpPr txBox="1"/>
              <p:nvPr/>
            </p:nvSpPr>
            <p:spPr>
              <a:xfrm>
                <a:off x="1488141" y="3429000"/>
                <a:ext cx="9007581" cy="6668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𝑆𝑖𝑚𝑝𝑙𝑒</m:t>
                      </m:r>
                      <m:r>
                        <a:rPr lang="en-IN" b="0" i="1" smtClean="0">
                          <a:latin typeface="Cambria Math" panose="02040503050406030204" pitchFamily="18" charset="0"/>
                        </a:rPr>
                        <m:t> </m:t>
                      </m:r>
                      <m:r>
                        <a:rPr lang="en-IN" b="0" i="1" smtClean="0">
                          <a:latin typeface="Cambria Math" panose="02040503050406030204" pitchFamily="18" charset="0"/>
                        </a:rPr>
                        <m:t>𝑃𝑎𝑦𝑏𝑎𝑐𝑘</m:t>
                      </m:r>
                      <m:r>
                        <a:rPr lang="en-IN" i="0">
                          <a:latin typeface="Cambria Math" panose="02040503050406030204" pitchFamily="18" charset="0"/>
                        </a:rPr>
                        <m:t> </m:t>
                      </m:r>
                      <m:r>
                        <a:rPr lang="en-IN" i="1">
                          <a:latin typeface="Cambria Math" panose="02040503050406030204" pitchFamily="18" charset="0"/>
                        </a:rPr>
                        <m:t>𝑃𝑒𝑟𝑖𝑜𝑑</m:t>
                      </m:r>
                      <m:r>
                        <a:rPr lang="en-IN" i="0">
                          <a:latin typeface="Cambria Math" panose="02040503050406030204" pitchFamily="18" charset="0"/>
                        </a:rPr>
                        <m:t>=</m:t>
                      </m:r>
                      <m:f>
                        <m:fPr>
                          <m:ctrlPr>
                            <a:rPr lang="en-IN" i="1">
                              <a:solidFill>
                                <a:srgbClr val="836967"/>
                              </a:solidFill>
                              <a:latin typeface="Cambria Math" panose="02040503050406030204" pitchFamily="18" charset="0"/>
                            </a:rPr>
                          </m:ctrlPr>
                        </m:fPr>
                        <m:num>
                          <m:r>
                            <a:rPr lang="en-IN" i="1">
                              <a:latin typeface="Cambria Math" panose="02040503050406030204" pitchFamily="18" charset="0"/>
                            </a:rPr>
                            <m:t>𝑇𝑜𝑡𝑎𝑙</m:t>
                          </m:r>
                          <m:r>
                            <a:rPr lang="en-IN" i="0">
                              <a:latin typeface="Cambria Math" panose="02040503050406030204" pitchFamily="18" charset="0"/>
                            </a:rPr>
                            <m:t> </m:t>
                          </m:r>
                          <m:r>
                            <a:rPr lang="en-IN" i="1">
                              <a:latin typeface="Cambria Math" panose="02040503050406030204" pitchFamily="18" charset="0"/>
                            </a:rPr>
                            <m:t>𝐶𝑎𝑝𝑖𝑡𝑎𝑙</m:t>
                          </m:r>
                          <m:r>
                            <a:rPr lang="en-IN" i="0">
                              <a:latin typeface="Cambria Math" panose="02040503050406030204" pitchFamily="18" charset="0"/>
                            </a:rPr>
                            <m:t> </m:t>
                          </m:r>
                          <m:r>
                            <a:rPr lang="en-IN" i="1">
                              <a:latin typeface="Cambria Math" panose="02040503050406030204" pitchFamily="18" charset="0"/>
                            </a:rPr>
                            <m:t>𝐶𝑜𝑠𝑡</m:t>
                          </m:r>
                        </m:num>
                        <m:den>
                          <m:r>
                            <a:rPr lang="en-IN" b="0" i="1" smtClean="0">
                              <a:latin typeface="Cambria Math" panose="02040503050406030204" pitchFamily="18" charset="0"/>
                            </a:rPr>
                            <m:t>𝐴𝑛𝑛𝑢𝑎𝑙</m:t>
                          </m:r>
                          <m:r>
                            <a:rPr lang="en-IN" b="0" i="1" smtClean="0">
                              <a:latin typeface="Cambria Math" panose="02040503050406030204" pitchFamily="18" charset="0"/>
                            </a:rPr>
                            <m:t> </m:t>
                          </m:r>
                          <m:r>
                            <a:rPr lang="en-IN" b="0" i="1" smtClean="0">
                              <a:latin typeface="Cambria Math" panose="02040503050406030204" pitchFamily="18" charset="0"/>
                            </a:rPr>
                            <m:t>𝑆𝑜𝑙𝑎𝑟</m:t>
                          </m:r>
                          <m:r>
                            <a:rPr lang="en-IN" b="0" i="1" smtClean="0">
                              <a:latin typeface="Cambria Math" panose="02040503050406030204" pitchFamily="18" charset="0"/>
                            </a:rPr>
                            <m:t> </m:t>
                          </m:r>
                          <m:r>
                            <a:rPr lang="en-IN" b="0" i="1" smtClean="0">
                              <a:latin typeface="Cambria Math" panose="02040503050406030204" pitchFamily="18" charset="0"/>
                            </a:rPr>
                            <m:t>𝑃𝑉</m:t>
                          </m:r>
                          <m:r>
                            <a:rPr lang="en-IN" b="0" i="1" smtClean="0">
                              <a:latin typeface="Cambria Math" panose="02040503050406030204" pitchFamily="18" charset="0"/>
                            </a:rPr>
                            <m:t> </m:t>
                          </m:r>
                          <m:r>
                            <a:rPr lang="en-IN" i="1">
                              <a:latin typeface="Cambria Math" panose="02040503050406030204" pitchFamily="18" charset="0"/>
                            </a:rPr>
                            <m:t>𝐸</m:t>
                          </m:r>
                          <m:r>
                            <a:rPr lang="en-IN" b="0" i="1" smtClean="0">
                              <a:latin typeface="Cambria Math" panose="02040503050406030204" pitchFamily="18" charset="0"/>
                            </a:rPr>
                            <m:t>𝑛</m:t>
                          </m:r>
                          <m:r>
                            <m:rPr>
                              <m:sty m:val="p"/>
                            </m:rPr>
                            <a:rPr lang="en-IN" b="0" i="0" smtClean="0">
                              <a:latin typeface="Cambria Math" panose="02040503050406030204" pitchFamily="18" charset="0"/>
                            </a:rPr>
                            <m:t>ergy</m:t>
                          </m:r>
                          <m:r>
                            <a:rPr lang="en-IN" i="0">
                              <a:latin typeface="Cambria Math" panose="02040503050406030204" pitchFamily="18" charset="0"/>
                            </a:rPr>
                            <m:t> </m:t>
                          </m:r>
                          <m:r>
                            <a:rPr lang="en-IN" i="1">
                              <a:latin typeface="Cambria Math" panose="02040503050406030204" pitchFamily="18" charset="0"/>
                            </a:rPr>
                            <m:t>𝑃𝑟𝑜𝑑𝑢𝑐𝑒𝑑</m:t>
                          </m:r>
                          <m:r>
                            <a:rPr lang="en-IN" i="0">
                              <a:latin typeface="Cambria Math" panose="02040503050406030204" pitchFamily="18" charset="0"/>
                            </a:rPr>
                            <m:t> </m:t>
                          </m:r>
                          <m:d>
                            <m:dPr>
                              <m:ctrlPr>
                                <a:rPr lang="en-IN" i="1">
                                  <a:solidFill>
                                    <a:srgbClr val="836967"/>
                                  </a:solidFill>
                                  <a:latin typeface="Cambria Math" panose="02040503050406030204" pitchFamily="18" charset="0"/>
                                </a:rPr>
                              </m:ctrlPr>
                            </m:dPr>
                            <m:e>
                              <m:r>
                                <a:rPr lang="en-IN" i="1">
                                  <a:latin typeface="Cambria Math" panose="02040503050406030204" pitchFamily="18" charset="0"/>
                                </a:rPr>
                                <m:t>𝑖𝑛</m:t>
                              </m:r>
                              <m:r>
                                <a:rPr lang="en-IN" i="0">
                                  <a:latin typeface="Cambria Math" panose="02040503050406030204" pitchFamily="18" charset="0"/>
                                </a:rPr>
                                <m:t> </m:t>
                              </m:r>
                              <m:r>
                                <a:rPr lang="en-IN" i="1">
                                  <a:latin typeface="Cambria Math" panose="02040503050406030204" pitchFamily="18" charset="0"/>
                                </a:rPr>
                                <m:t>𝑈𝑛𝑖𝑡𝑠</m:t>
                              </m:r>
                            </m:e>
                          </m:d>
                          <m:r>
                            <a:rPr lang="en-IN" i="0">
                              <a:latin typeface="Cambria Math" panose="02040503050406030204" pitchFamily="18" charset="0"/>
                            </a:rPr>
                            <m:t>∗</m:t>
                          </m:r>
                          <m:r>
                            <a:rPr lang="en-IN" i="1">
                              <a:latin typeface="Cambria Math" panose="02040503050406030204" pitchFamily="18" charset="0"/>
                            </a:rPr>
                            <m:t>𝑇𝑎𝑟𝑖𝑓𝑓</m:t>
                          </m:r>
                        </m:den>
                      </m:f>
                    </m:oMath>
                  </m:oMathPara>
                </a14:m>
                <a:endParaRPr lang="en-IN" dirty="0"/>
              </a:p>
            </p:txBody>
          </p:sp>
        </mc:Choice>
        <mc:Fallback>
          <p:sp>
            <p:nvSpPr>
              <p:cNvPr id="4" name="TextBox 3">
                <a:extLst>
                  <a:ext uri="{FF2B5EF4-FFF2-40B4-BE49-F238E27FC236}">
                    <a16:creationId xmlns:a16="http://schemas.microsoft.com/office/drawing/2014/main" id="{725B1A30-6512-8D67-E141-AF57CFE84ED9}"/>
                  </a:ext>
                </a:extLst>
              </p:cNvPr>
              <p:cNvSpPr txBox="1">
                <a:spLocks noRot="1" noChangeAspect="1" noMove="1" noResize="1" noEditPoints="1" noAdjustHandles="1" noChangeArrowheads="1" noChangeShapeType="1" noTextEdit="1"/>
              </p:cNvSpPr>
              <p:nvPr/>
            </p:nvSpPr>
            <p:spPr>
              <a:xfrm>
                <a:off x="1488141" y="3429000"/>
                <a:ext cx="9007581" cy="666849"/>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5573891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VTI">
  <a:themeElements>
    <a:clrScheme name="Custom 62">
      <a:dk1>
        <a:srgbClr val="000000"/>
      </a:dk1>
      <a:lt1>
        <a:srgbClr val="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1012</TotalTime>
  <Words>928</Words>
  <Application>Microsoft Office PowerPoint</Application>
  <PresentationFormat>Widescreen</PresentationFormat>
  <Paragraphs>85</Paragraphs>
  <Slides>11</Slides>
  <Notes>11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11</vt:i4>
      </vt:variant>
    </vt:vector>
  </HeadingPairs>
  <TitlesOfParts>
    <vt:vector size="21" baseType="lpstr">
      <vt:lpstr>Arial</vt:lpstr>
      <vt:lpstr>Arial Black</vt:lpstr>
      <vt:lpstr>Calibri</vt:lpstr>
      <vt:lpstr>Calibri Light</vt:lpstr>
      <vt:lpstr>Cambria Math</vt:lpstr>
      <vt:lpstr>Impact</vt:lpstr>
      <vt:lpstr>Times New Roman</vt:lpstr>
      <vt:lpstr>Wingdings</vt:lpstr>
      <vt:lpstr>Office Theme</vt:lpstr>
      <vt:lpstr>RetrospectVTI</vt:lpstr>
      <vt:lpstr>     </vt:lpstr>
      <vt:lpstr> Technical Metrics</vt:lpstr>
      <vt:lpstr> Technical Metrics</vt:lpstr>
      <vt:lpstr> Technical Metrics</vt:lpstr>
      <vt:lpstr> Technical Metrics</vt:lpstr>
      <vt:lpstr>Economic Metrics</vt:lpstr>
      <vt:lpstr>Economic Analysis</vt:lpstr>
      <vt:lpstr>Economic Analysis</vt:lpstr>
      <vt:lpstr>Economic Analysis</vt:lpstr>
      <vt:lpstr>Economic Analysis</vt:lpstr>
      <vt:lpstr>Economic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m.karuppasamypandian@klu.ac.in</dc:creator>
  <cp:lastModifiedBy>m.karuppasamypandian@klu.ac.in</cp:lastModifiedBy>
  <cp:revision>130</cp:revision>
  <dcterms:created xsi:type="dcterms:W3CDTF">2021-10-21T04:22:21Z</dcterms:created>
  <dcterms:modified xsi:type="dcterms:W3CDTF">2025-01-28T05:26:29Z</dcterms:modified>
</cp:coreProperties>
</file>